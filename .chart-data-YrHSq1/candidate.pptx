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0dd88c0cd14d71" /><Relationship Type="http://schemas.openxmlformats.org/officeDocument/2006/relationships/extended-properties" Target="/docProps/app.xml" Id="Refabf4118107430f" /><Relationship Type="http://schemas.openxmlformats.org/officeDocument/2006/relationships/officeDocument" Target="/ppt/presentation.xml" Id="Rf8366c5afb5f4b09" /></Relationships>
</file>

<file path=ppt/presentation.xml><?xml version="1.0" encoding="utf-8"?>
<p:presentation xmlns:p="http://schemas.openxmlformats.org/presentationml/2006/main">
  <p:sldMasterIdLst>
    <p:sldMasterId xmlns:r="http://schemas.openxmlformats.org/officeDocument/2006/relationships" id="2147483648" r:id="Rc2c7139197984eb9"/>
  </p:sldMasterIdLst>
  <p:notesMasterIdLst>
    <p:notesMasterId xmlns:r="http://schemas.openxmlformats.org/officeDocument/2006/relationships" r:id="R914016e37f794311"/>
  </p:notesMasterIdLst>
  <p:sldIdLst>
    <p:sldId xmlns:r="http://schemas.openxmlformats.org/officeDocument/2006/relationships" id="256" r:id="R1b0ac8eddab444ae"/>
    <p:sldId xmlns:r="http://schemas.openxmlformats.org/officeDocument/2006/relationships" id="257" r:id="R923e029a3c9b4688"/>
    <p:sldId xmlns:r="http://schemas.openxmlformats.org/officeDocument/2006/relationships" id="258" r:id="R495c49a6393b4171"/>
    <p:sldId xmlns:r="http://schemas.openxmlformats.org/officeDocument/2006/relationships" id="259" r:id="R2e6ce440189b478f"/>
    <p:sldId xmlns:r="http://schemas.openxmlformats.org/officeDocument/2006/relationships" id="260" r:id="Rf439706c529b4341"/>
    <p:sldId xmlns:r="http://schemas.openxmlformats.org/officeDocument/2006/relationships" id="261" r:id="R74af0cb54ed148d8"/>
    <p:sldId xmlns:r="http://schemas.openxmlformats.org/officeDocument/2006/relationships" id="262" r:id="Rdeb26090211e4cd7"/>
    <p:sldId xmlns:r="http://schemas.openxmlformats.org/officeDocument/2006/relationships" id="263" r:id="Rcc2e971a25e74a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2340d6039b4f89" /><Relationship Type="http://schemas.openxmlformats.org/officeDocument/2006/relationships/slideMaster" Target="/ppt/slideMasters/slideMaster1.xml" Id="Rc2c7139197984eb9" /><Relationship Type="http://schemas.openxmlformats.org/officeDocument/2006/relationships/notesMaster" Target="/ppt/notesMasters/notesMaster1.xml" Id="R914016e37f794311" /><Relationship Type="http://schemas.openxmlformats.org/officeDocument/2006/relationships/presProps" Target="/ppt/presProps.xml" Id="R10057bdbdb3e4ac5" /><Relationship Type="http://schemas.openxmlformats.org/officeDocument/2006/relationships/tableStyles" Target="/ppt/tableStyles.xml" Id="R0e45a8e43a2a4a8a" /><Relationship Type="http://schemas.openxmlformats.org/officeDocument/2006/relationships/slide" Target="/ppt/slides/slide1.xml" Id="R1b0ac8eddab444ae" /><Relationship Type="http://schemas.openxmlformats.org/officeDocument/2006/relationships/slide" Target="/ppt/slides/slide2.xml" Id="R923e029a3c9b4688" /><Relationship Type="http://schemas.openxmlformats.org/officeDocument/2006/relationships/slide" Target="/ppt/slides/slide3.xml" Id="R495c49a6393b4171" /><Relationship Type="http://schemas.openxmlformats.org/officeDocument/2006/relationships/slide" Target="/ppt/slides/slide4.xml" Id="R2e6ce440189b478f" /><Relationship Type="http://schemas.openxmlformats.org/officeDocument/2006/relationships/slide" Target="/ppt/slides/slide5.xml" Id="Rf439706c529b4341" /><Relationship Type="http://schemas.openxmlformats.org/officeDocument/2006/relationships/slide" Target="/ppt/slides/slide6.xml" Id="R74af0cb54ed148d8" /><Relationship Type="http://schemas.openxmlformats.org/officeDocument/2006/relationships/slide" Target="/ppt/slides/slide7.xml" Id="Rdeb26090211e4cd7" /><Relationship Type="http://schemas.openxmlformats.org/officeDocument/2006/relationships/slide" Target="/ppt/slides/slide8.xml" Id="Rcc2e971a25e74a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fde051976942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0714065c34afd" /><Relationship Type="http://schemas.openxmlformats.org/officeDocument/2006/relationships/notesMaster" Target="/ppt/notesMasters/notesMaster1.xml" Id="R5d796ec274ff49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3cac712484407d" /><Relationship Type="http://schemas.openxmlformats.org/officeDocument/2006/relationships/notesMaster" Target="/ppt/notesMasters/notesMaster1.xml" Id="Ra8e619f0eb7e4c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d8456491b4903" /><Relationship Type="http://schemas.openxmlformats.org/officeDocument/2006/relationships/notesMaster" Target="/ppt/notesMasters/notesMaster1.xml" Id="R3adbcaff9edd46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d011f2f2e844d2" /><Relationship Type="http://schemas.openxmlformats.org/officeDocument/2006/relationships/notesMaster" Target="/ppt/notesMasters/notesMaster1.xml" Id="R181a7ae0128d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db15bf9d0b4593" /><Relationship Type="http://schemas.openxmlformats.org/officeDocument/2006/relationships/notesMaster" Target="/ppt/notesMasters/notesMaster1.xml" Id="R9ba4761345e34b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86b2c0e54e4505" /><Relationship Type="http://schemas.openxmlformats.org/officeDocument/2006/relationships/notesMaster" Target="/ppt/notesMasters/notesMaster1.xml" Id="R95c616d28a6b4c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93cc977f37451d" /><Relationship Type="http://schemas.openxmlformats.org/officeDocument/2006/relationships/notesMaster" Target="/ppt/notesMasters/notesMaster1.xml" Id="R9a1527f56a4e4a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3c7f4c21d40e7" /><Relationship Type="http://schemas.openxmlformats.org/officeDocument/2006/relationships/notesMaster" Target="/ppt/notesMasters/notesMaster1.xml" Id="R46421035748642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Capstone introduction. Signal connects issues, accountable owners, risk assessments and corrective actions. All people and portfolio records are fictional demo data. The application itself does not use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current admin dashboard. Source: the local application and docs/screenshots/dark-overview.png. The portfolio was expanded additively to 219 fictional issues, with at least three active issues in all 25 risk-matrix cells. Charts replay persisted records rather than random data. Values visible in the screenshot include disposable browser test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user roles determine home presentation, not authorization. Admins see the portfolio overview. Managers see the projects they own and their own action queue. Members see assigned active issues and owned actions. All navigation remains available. Demo identity is not production authentication. Source: frontend/src/pages/home.tsx and member-home.png.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is authoritative. All non-cancelled actions must be complete, with at least one DONE action and a risk reassessment strictly after the final action completion. Mutations lock the parent row and check expected_version; changes and audit commit atomically. Reopening retains immutable assessments and comments. Sources: docs/specs/UC-003.md, UC-004.md and domain/rules.py.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domain entities are framework-independent dataclasses. Application services depend on repository and unit-of-work protocols. SQLAlchemy implements those ports; interfaces call application services. The native stack is React/TypeScript, FastAPI, SQLAlchemy, Alembic and PostgreSQL. Source: docs/ARCHITECTURE.md and ADR-001; ADRs remain Proposed pending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docs/evidence/modern-backend.txt, modern-browser.txt, docs/VALIDATION.md and TDD.md. Native validation covers PostgreSQL transactions, stale writes, migrations, scoring, role filters, UI controls and Chromium workflows. Original test-first sequence: 42 failures on explicit stubs, followed by 44 unit passes after implementation. Coverage is not proof of all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supplied the original scope, stack and autonomy constraints, then refined the UI. Codex authored specifications, proposed architecture, wrote failing tests, implemented, and checked the local result. Human code review, formal ADR acceptance, Docker runtime verification and actual GitHub CI are outstanding. Sources: docs/AI_USAGE.md, TASKS.md, TDD.md, VALIDATION.md. No commits, external deployments or human approvals are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plan. 0:00 role views, 0:40 select a populated risk cell, 1:15 create an issue with score 20, 2:00 plan and complete mitigation, 3:00 reassess to 4 and resolve, 4:00 history and engineering evidence. Use Emma Wilson as admin. Theme controls are in the floating header. Fallback: current screenshots and the verified native commands in README. Docker is configured but runtime execution is unverified; GitHub Actions has not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c61d8314314d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926950e8ee43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994ecf6d3645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e531edd06746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ef0b29b8ea48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a033bc52b446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C5DE60-0D31-4D83-A7CC-1EFDCBB1A4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CCA63B-6675-449F-9718-899D2B6CCD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6ED8A2-F982-40B6-8F91-0E7AB3F7C0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7DCEDD-85BF-468A-A54C-4FF6C750DF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BC4486-1386-4086-9AAF-4A9E4AA15B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52BC62-106C-4705-94BD-A9D9E08493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B7A34F-CEAF-4BC7-A021-C56C65A4B7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88C9F8-117A-47C1-903F-B3434F044F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B38B92-9F00-4019-83C1-BF866AD12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9B7FFD-1D9B-4E3C-A25B-61F9982680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ee0e47c6eb4d22" /><Relationship Type="http://schemas.openxmlformats.org/officeDocument/2006/relationships/slideLayout" Target="/ppt/slideLayouts/slideLayout1.xml" Id="R50ba312cca1442eb" /><Relationship Type="http://schemas.openxmlformats.org/officeDocument/2006/relationships/slideLayout" Target="/ppt/slideLayouts/slideLayout2.xml" Id="Rfadf950743db46f4" /><Relationship Type="http://schemas.openxmlformats.org/officeDocument/2006/relationships/slideLayout" Target="/ppt/slideLayouts/slideLayout3.xml" Id="R4e7f953b1e9c498e" /><Relationship Type="http://schemas.openxmlformats.org/officeDocument/2006/relationships/slideLayout" Target="/ppt/slideLayouts/slideLayout4.xml" Id="R6252f03e22b341e8" /><Relationship Type="http://schemas.openxmlformats.org/officeDocument/2006/relationships/slideLayout" Target="/ppt/slideLayouts/slideLayout5.xml" Id="R3aa40dbaaa004412" /><Relationship Type="http://schemas.openxmlformats.org/officeDocument/2006/relationships/slideLayout" Target="/ppt/slideLayouts/slideLayout6.xml" Id="R8a1a33d919c845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ba312cca1442eb"/>
    <p:sldLayoutId xmlns:r="http://schemas.openxmlformats.org/officeDocument/2006/relationships" id="2147483650" r:id="Rfadf950743db46f4"/>
    <p:sldLayoutId xmlns:r="http://schemas.openxmlformats.org/officeDocument/2006/relationships" id="2147483651" r:id="R4e7f953b1e9c498e"/>
    <p:sldLayoutId xmlns:r="http://schemas.openxmlformats.org/officeDocument/2006/relationships" id="2147483652" r:id="R6252f03e22b341e8"/>
    <p:sldLayoutId xmlns:r="http://schemas.openxmlformats.org/officeDocument/2006/relationships" id="2147483653" r:id="R3aa40dbaaa004412"/>
    <p:sldLayoutId xmlns:r="http://schemas.openxmlformats.org/officeDocument/2006/relationships" id="2147483654" r:id="R8a1a33d919c845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b7e86ae0ac4b50" /><Relationship Type="http://schemas.openxmlformats.org/officeDocument/2006/relationships/notesSlide" Target="/ppt/notesSlides/notesSlide1.xml" Id="R1135685c43004e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c19f731bfb4b3b" /><Relationship Type="http://schemas.openxmlformats.org/officeDocument/2006/relationships/image" Target="/ppt/media/image.png" Id="R0c5948a49c2b4ba2" /><Relationship Type="http://schemas.openxmlformats.org/officeDocument/2006/relationships/notesSlide" Target="/ppt/notesSlides/notesSlide2.xml" Id="R6b469427178745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f12baadb424057" /><Relationship Type="http://schemas.openxmlformats.org/officeDocument/2006/relationships/image" Target="/ppt/media/image2.png" Id="R8ae795ebd96f4df9" /><Relationship Type="http://schemas.openxmlformats.org/officeDocument/2006/relationships/notesSlide" Target="/ppt/notesSlides/notesSlide3.xml" Id="Re82bf2ce6b034a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9031390fc84709" /><Relationship Type="http://schemas.openxmlformats.org/officeDocument/2006/relationships/notesSlide" Target="/ppt/notesSlides/notesSlide4.xml" Id="Rd071205970ff44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c0ba5f00514ee1" /><Relationship Type="http://schemas.openxmlformats.org/officeDocument/2006/relationships/notesSlide" Target="/ppt/notesSlides/notesSlide5.xml" Id="R658f6225fded43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f0b46253d84769" /><Relationship Type="http://schemas.openxmlformats.org/officeDocument/2006/relationships/chart" Target="/ppt/slides/charts/chart1.xml" Id="Rb874cce154b24986" /><Relationship Type="http://schemas.openxmlformats.org/officeDocument/2006/relationships/notesSlide" Target="/ppt/notesSlides/notesSlide6.xml" Id="R0a59eaee2d6e47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e6d87facfe48de" /><Relationship Type="http://schemas.openxmlformats.org/officeDocument/2006/relationships/notesSlide" Target="/ppt/notesSlides/notesSlide7.xml" Id="R7f0b0e97aa8040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a3746166544621" /><Relationship Type="http://schemas.openxmlformats.org/officeDocument/2006/relationships/notesSlide" Target="/ppt/notesSlides/notesSlide8.xml" Id="R50b36a2c5d0244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Covered</c:v>
          </c:tx>
          <c:spPr>
            <a:solidFill xmlns:a="http://schemas.openxmlformats.org/drawingml/2006/main">
              <a:srgbClr val="AD7C2D"/>
            </a:solidFill>
          </c:spPr>
          <c:invertIfNegative val="0"/>
          <c:cat>
            <c:strRef>
              <c:f>'Chart Data'!$A$2:$A$2</c:f>
              <c:strCache>
                <c:ptCount val="1"/>
                <c:pt idx="0">
                  <c:v>Line coverage</c:v>
                </c:pt>
              </c:strCache>
            </c:strRef>
          </c:cat>
          <c:val>
            <c:numRef>
              <c:f>'Chart Data'!$B$2:$B$2</c:f>
              <c:numCache>
                <c:formatCode>General</c:formatCode>
                <c:ptCount val="1"/>
                <c:pt idx="0">
                  <c:v>97.7</c:v>
                </c:pt>
              </c:numCache>
            </c:numRef>
          </c:val>
        </c:ser>
        <c:ser>
          <c:idx val="1"/>
          <c:order val="1"/>
          <c:tx>
            <c:v>Remaining</c:v>
          </c:tx>
          <c:spPr>
            <a:solidFill xmlns:a="http://schemas.openxmlformats.org/drawingml/2006/main">
              <a:srgbClr val="E5E8EE"/>
            </a:solidFill>
          </c:spPr>
          <c:invertIfNegative val="0"/>
          <c:cat>
            <c:strRef>
              <c:f>'Chart Data'!$C$2:$C$2</c:f>
              <c:strCache>
                <c:ptCount val="1"/>
                <c:pt idx="0">
                  <c:v>Line coverage</c:v>
                </c:pt>
              </c:strCache>
            </c:strRef>
          </c:cat>
          <c:val>
            <c:numRef>
              <c:f>'Chart Data'!$D$2:$D$2</c:f>
              <c:numCache>
                <c:formatCode>General</c:formatCode>
                <c:ptCount val="1"/>
                <c:pt idx="0">
                  <c:v>2.3</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95FCD-84D6-456C-988D-B4AAABD1CCF9}"/>
              </a:ext>
            </a:extLst>
          </p:cNvPr>
          <p:cNvSpPr>
            <a:spLocks xmlns:a="http://schemas.openxmlformats.org/drawingml/2006/main" noGrp="1"/>
          </p:cNvSpPr>
          <p:nvPr/>
        </p:nvSpPr>
        <p:spPr>
          <a:xfrm xmlns:a="http://schemas.openxmlformats.org/drawingml/2006/main">
            <a:off x="762000" y="2047875"/>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650" b="1">
                <a:solidFill>
                  <a:srgbClr val="282B30"/>
                </a:solidFill>
                <a:latin typeface="Inter"/>
                <a:ea typeface="Inter"/>
                <a:cs typeface="Inter"/>
              </a:defRPr>
            </a:defPPr>
            <a:lvl1pPr>
              <a:defRPr sz="10650" b="1">
                <a:solidFill>
                  <a:srgbClr val="282B30"/>
                </a:solidFill>
                <a:latin typeface="Inter"/>
                <a:ea typeface="Inter"/>
                <a:cs typeface="Inter"/>
              </a:defRPr>
            </a:lvl1pPr>
            <a:lvl2pPr>
              <a:defRPr sz="10650" b="1">
                <a:solidFill>
                  <a:srgbClr val="282B30"/>
                </a:solidFill>
                <a:latin typeface="Inter"/>
                <a:ea typeface="Inter"/>
                <a:cs typeface="Inter"/>
              </a:defRPr>
            </a:lvl2pPr>
            <a:lvl3pPr>
              <a:defRPr sz="10650" b="1">
                <a:solidFill>
                  <a:srgbClr val="282B30"/>
                </a:solidFill>
                <a:latin typeface="Inter"/>
                <a:ea typeface="Inter"/>
                <a:cs typeface="Inter"/>
              </a:defRPr>
            </a:lvl3pPr>
            <a:lvl4pPr>
              <a:defRPr sz="10650" b="1">
                <a:solidFill>
                  <a:srgbClr val="282B30"/>
                </a:solidFill>
                <a:latin typeface="Inter"/>
                <a:ea typeface="Inter"/>
                <a:cs typeface="Inter"/>
              </a:defRPr>
            </a:lvl4pPr>
            <a:lvl5pPr>
              <a:defRPr sz="10650" b="1">
                <a:solidFill>
                  <a:srgbClr val="282B30"/>
                </a:solidFill>
                <a:latin typeface="Inter"/>
                <a:ea typeface="Inter"/>
                <a:cs typeface="Inter"/>
              </a:defRPr>
            </a:lvl5pPr>
            <a:lvl6pPr>
              <a:defRPr sz="10650" b="1">
                <a:solidFill>
                  <a:srgbClr val="282B30"/>
                </a:solidFill>
                <a:latin typeface="Inter"/>
                <a:ea typeface="Inter"/>
                <a:cs typeface="Inter"/>
              </a:defRPr>
            </a:lvl6pPr>
            <a:lvl7pPr>
              <a:defRPr sz="10650" b="1">
                <a:solidFill>
                  <a:srgbClr val="282B30"/>
                </a:solidFill>
                <a:latin typeface="Inter"/>
                <a:ea typeface="Inter"/>
                <a:cs typeface="Inter"/>
              </a:defRPr>
            </a:lvl7pPr>
            <a:lvl8pPr>
              <a:defRPr sz="10650" b="1">
                <a:solidFill>
                  <a:srgbClr val="282B30"/>
                </a:solidFill>
                <a:latin typeface="Inter"/>
                <a:ea typeface="Inter"/>
                <a:cs typeface="Inter"/>
              </a:defRPr>
            </a:lvl8pPr>
            <a:lvl9pPr>
              <a:defRPr sz="10650" b="1">
                <a:solidFill>
                  <a:srgbClr val="282B30"/>
                </a:solidFill>
                <a:latin typeface="Inter"/>
                <a:ea typeface="Inter"/>
                <a:cs typeface="Inter"/>
              </a:defRPr>
            </a:lvl9pPr>
          </a:lstStyle>
          <a:p xmlns:a="http://schemas.openxmlformats.org/drawingml/2006/main">
            <a:pPr>
              <a:defRPr sz="10650" b="1">
                <a:solidFill>
                  <a:srgbClr val="282B30"/>
                </a:solidFill>
                <a:latin typeface="Inter"/>
                <a:ea typeface="Inter"/>
                <a:cs typeface="Inter"/>
              </a:defRPr>
            </a:pPr>
            <a:r>
              <a:rPr sz="10650" b="1">
                <a:solidFill>
                  <a:srgbClr val="282B30"/>
                </a:solidFill>
                <a:latin typeface="Inter"/>
                <a:ea typeface="Inter"/>
                <a:cs typeface="Inter"/>
              </a:rPr>
              <a:t>Signal.</a:t>
            </a:r>
          </a:p>
        </p:txBody>
      </p:sp>
      <p:sp>
        <p:nvSpPr>
          <p:cNvPr id="2" name="">
            <a:extLst xmlns:a="http://schemas.openxmlformats.org/drawingml/2006/main">
              <a:ext uri="{FF2B5EF4-FFF2-40B4-BE49-F238E27FC236}">
                <a16:creationId xmlns:a16="http://schemas.microsoft.com/office/drawing/2014/main" id="{A3A7C6DE-F437-4486-B862-4FAD255E558E}"/>
              </a:ext>
            </a:extLst>
          </p:cNvPr>
          <p:cNvSpPr>
            <a:spLocks xmlns:a="http://schemas.openxmlformats.org/drawingml/2006/main" noGrp="1"/>
          </p:cNvSpPr>
          <p:nvPr/>
        </p:nvSpPr>
        <p:spPr>
          <a:xfrm xmlns:a="http://schemas.openxmlformats.org/drawingml/2006/main">
            <a:off x="838200" y="3886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7A808A"/>
                </a:solidFill>
                <a:latin typeface="Inter"/>
                <a:ea typeface="Inter"/>
                <a:cs typeface="Inter"/>
              </a:defRPr>
            </a:defPPr>
            <a:lvl1pPr>
              <a:defRPr sz="2325" b="0">
                <a:solidFill>
                  <a:srgbClr val="7A808A"/>
                </a:solidFill>
                <a:latin typeface="Inter"/>
                <a:ea typeface="Inter"/>
                <a:cs typeface="Inter"/>
              </a:defRPr>
            </a:lvl1pPr>
            <a:lvl2pPr>
              <a:defRPr sz="2325" b="0">
                <a:solidFill>
                  <a:srgbClr val="7A808A"/>
                </a:solidFill>
                <a:latin typeface="Inter"/>
                <a:ea typeface="Inter"/>
                <a:cs typeface="Inter"/>
              </a:defRPr>
            </a:lvl2pPr>
            <a:lvl3pPr>
              <a:defRPr sz="2325" b="0">
                <a:solidFill>
                  <a:srgbClr val="7A808A"/>
                </a:solidFill>
                <a:latin typeface="Inter"/>
                <a:ea typeface="Inter"/>
                <a:cs typeface="Inter"/>
              </a:defRPr>
            </a:lvl3pPr>
            <a:lvl4pPr>
              <a:defRPr sz="2325" b="0">
                <a:solidFill>
                  <a:srgbClr val="7A808A"/>
                </a:solidFill>
                <a:latin typeface="Inter"/>
                <a:ea typeface="Inter"/>
                <a:cs typeface="Inter"/>
              </a:defRPr>
            </a:lvl4pPr>
            <a:lvl5pPr>
              <a:defRPr sz="2325" b="0">
                <a:solidFill>
                  <a:srgbClr val="7A808A"/>
                </a:solidFill>
                <a:latin typeface="Inter"/>
                <a:ea typeface="Inter"/>
                <a:cs typeface="Inter"/>
              </a:defRPr>
            </a:lvl5pPr>
            <a:lvl6pPr>
              <a:defRPr sz="2325" b="0">
                <a:solidFill>
                  <a:srgbClr val="7A808A"/>
                </a:solidFill>
                <a:latin typeface="Inter"/>
                <a:ea typeface="Inter"/>
                <a:cs typeface="Inter"/>
              </a:defRPr>
            </a:lvl6pPr>
            <a:lvl7pPr>
              <a:defRPr sz="2325" b="0">
                <a:solidFill>
                  <a:srgbClr val="7A808A"/>
                </a:solidFill>
                <a:latin typeface="Inter"/>
                <a:ea typeface="Inter"/>
                <a:cs typeface="Inter"/>
              </a:defRPr>
            </a:lvl7pPr>
            <a:lvl8pPr>
              <a:defRPr sz="2325" b="0">
                <a:solidFill>
                  <a:srgbClr val="7A808A"/>
                </a:solidFill>
                <a:latin typeface="Inter"/>
                <a:ea typeface="Inter"/>
                <a:cs typeface="Inter"/>
              </a:defRPr>
            </a:lvl8pPr>
            <a:lvl9pPr>
              <a:defRPr sz="2325" b="0">
                <a:solidFill>
                  <a:srgbClr val="7A808A"/>
                </a:solidFill>
                <a:latin typeface="Inter"/>
                <a:ea typeface="Inter"/>
                <a:cs typeface="Inter"/>
              </a:defRPr>
            </a:lvl9pPr>
          </a:lstStyle>
          <a:p xmlns:a="http://schemas.openxmlformats.org/drawingml/2006/main">
            <a:pPr>
              <a:defRPr sz="2325" b="0">
                <a:solidFill>
                  <a:srgbClr val="7A808A"/>
                </a:solidFill>
                <a:latin typeface="Inter"/>
                <a:ea typeface="Inter"/>
                <a:cs typeface="Inter"/>
              </a:defRPr>
            </a:pPr>
            <a:r>
              <a:rPr sz="2325" b="0">
                <a:solidFill>
                  <a:srgbClr val="7A808A"/>
                </a:solidFill>
                <a:latin typeface="Inter"/>
                <a:ea typeface="Inter"/>
                <a:cs typeface="Inter"/>
              </a:rPr>
              <a:t>Operational issue &amp; risk management</a:t>
            </a:r>
          </a:p>
        </p:txBody>
      </p:sp>
      <p:sp>
        <p:nvSpPr>
          <p:cNvPr id="3" name="">
            <a:extLst xmlns:a="http://schemas.openxmlformats.org/drawingml/2006/main">
              <a:ext uri="{FF2B5EF4-FFF2-40B4-BE49-F238E27FC236}">
                <a16:creationId xmlns:a16="http://schemas.microsoft.com/office/drawing/2014/main" id="{6E92CA11-BEF2-42AE-9633-56A793277489}"/>
              </a:ext>
            </a:extLst>
          </p:cNvPr>
          <p:cNvSpPr>
            <a:spLocks xmlns:a="http://schemas.openxmlformats.org/drawingml/2006/main" noGrp="1"/>
          </p:cNvSpPr>
          <p:nvPr/>
        </p:nvSpPr>
        <p:spPr>
          <a:xfrm xmlns:a="http://schemas.openxmlformats.org/drawingml/2006/main">
            <a:off x="838200" y="56959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7A808A"/>
                </a:solidFill>
                <a:latin typeface="Inter"/>
                <a:ea typeface="Inter"/>
                <a:cs typeface="Inter"/>
              </a:defRPr>
            </a:defPPr>
            <a:lvl1pPr>
              <a:defRPr sz="1500" b="0">
                <a:solidFill>
                  <a:srgbClr val="7A808A"/>
                </a:solidFill>
                <a:latin typeface="Inter"/>
                <a:ea typeface="Inter"/>
                <a:cs typeface="Inter"/>
              </a:defRPr>
            </a:lvl1pPr>
            <a:lvl2pPr>
              <a:defRPr sz="1500" b="0">
                <a:solidFill>
                  <a:srgbClr val="7A808A"/>
                </a:solidFill>
                <a:latin typeface="Inter"/>
                <a:ea typeface="Inter"/>
                <a:cs typeface="Inter"/>
              </a:defRPr>
            </a:lvl2pPr>
            <a:lvl3pPr>
              <a:defRPr sz="1500" b="0">
                <a:solidFill>
                  <a:srgbClr val="7A808A"/>
                </a:solidFill>
                <a:latin typeface="Inter"/>
                <a:ea typeface="Inter"/>
                <a:cs typeface="Inter"/>
              </a:defRPr>
            </a:lvl3pPr>
            <a:lvl4pPr>
              <a:defRPr sz="1500" b="0">
                <a:solidFill>
                  <a:srgbClr val="7A808A"/>
                </a:solidFill>
                <a:latin typeface="Inter"/>
                <a:ea typeface="Inter"/>
                <a:cs typeface="Inter"/>
              </a:defRPr>
            </a:lvl4pPr>
            <a:lvl5pPr>
              <a:defRPr sz="1500" b="0">
                <a:solidFill>
                  <a:srgbClr val="7A808A"/>
                </a:solidFill>
                <a:latin typeface="Inter"/>
                <a:ea typeface="Inter"/>
                <a:cs typeface="Inter"/>
              </a:defRPr>
            </a:lvl5pPr>
            <a:lvl6pPr>
              <a:defRPr sz="1500" b="0">
                <a:solidFill>
                  <a:srgbClr val="7A808A"/>
                </a:solidFill>
                <a:latin typeface="Inter"/>
                <a:ea typeface="Inter"/>
                <a:cs typeface="Inter"/>
              </a:defRPr>
            </a:lvl6pPr>
            <a:lvl7pPr>
              <a:defRPr sz="1500" b="0">
                <a:solidFill>
                  <a:srgbClr val="7A808A"/>
                </a:solidFill>
                <a:latin typeface="Inter"/>
                <a:ea typeface="Inter"/>
                <a:cs typeface="Inter"/>
              </a:defRPr>
            </a:lvl7pPr>
            <a:lvl8pPr>
              <a:defRPr sz="1500" b="0">
                <a:solidFill>
                  <a:srgbClr val="7A808A"/>
                </a:solidFill>
                <a:latin typeface="Inter"/>
                <a:ea typeface="Inter"/>
                <a:cs typeface="Inter"/>
              </a:defRPr>
            </a:lvl8pPr>
            <a:lvl9pPr>
              <a:defRPr sz="1500" b="0">
                <a:solidFill>
                  <a:srgbClr val="7A808A"/>
                </a:solidFill>
                <a:latin typeface="Inter"/>
                <a:ea typeface="Inter"/>
                <a:cs typeface="Inter"/>
              </a:defRPr>
            </a:lvl9pPr>
          </a:lstStyle>
          <a:p xmlns:a="http://schemas.openxmlformats.org/drawingml/2006/main">
            <a:pPr>
              <a:defRPr sz="1500" b="0">
                <a:solidFill>
                  <a:srgbClr val="7A808A"/>
                </a:solidFill>
                <a:latin typeface="Inter"/>
                <a:ea typeface="Inter"/>
                <a:cs typeface="Inter"/>
              </a:defRPr>
            </a:pPr>
            <a:r>
              <a:rPr sz="1500" b="0">
                <a:solidFill>
                  <a:srgbClr val="7A808A"/>
                </a:solidFill>
                <a:latin typeface="Inter"/>
                <a:ea typeface="Inter"/>
                <a:cs typeface="Inter"/>
              </a:rPr>
              <a:t>FHNW · AI-assisted Software Development</a:t>
            </a:r>
          </a:p>
        </p:txBody>
      </p:sp>
      <p:sp>
        <p:nvSpPr>
          <p:cNvPr id="4" name="">
            <a:extLst xmlns:a="http://schemas.openxmlformats.org/drawingml/2006/main">
              <a:ext uri="{FF2B5EF4-FFF2-40B4-BE49-F238E27FC236}">
                <a16:creationId xmlns:a16="http://schemas.microsoft.com/office/drawing/2014/main" id="{857B4635-1B66-4D85-A0E5-7071361E67CF}"/>
              </a:ext>
            </a:extLst>
          </p:cNvPr>
          <p:cNvSpPr>
            <a:spLocks xmlns:a="http://schemas.openxmlformats.org/drawingml/2006/main" noGrp="1"/>
          </p:cNvSpPr>
          <p:nvPr/>
        </p:nvSpPr>
        <p:spPr>
          <a:xfrm xmlns:a="http://schemas.openxmlformats.org/drawingml/2006/main">
            <a:off x="838200" y="61341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A808A"/>
                </a:solidFill>
                <a:latin typeface="Inter"/>
                <a:ea typeface="Inter"/>
                <a:cs typeface="Inter"/>
              </a:defRPr>
            </a:defPPr>
            <a:lvl1pPr>
              <a:defRPr sz="1200" b="0">
                <a:solidFill>
                  <a:srgbClr val="7A808A"/>
                </a:solidFill>
                <a:latin typeface="Inter"/>
                <a:ea typeface="Inter"/>
                <a:cs typeface="Inter"/>
              </a:defRPr>
            </a:lvl1pPr>
            <a:lvl2pPr>
              <a:defRPr sz="1200" b="0">
                <a:solidFill>
                  <a:srgbClr val="7A808A"/>
                </a:solidFill>
                <a:latin typeface="Inter"/>
                <a:ea typeface="Inter"/>
                <a:cs typeface="Inter"/>
              </a:defRPr>
            </a:lvl2pPr>
            <a:lvl3pPr>
              <a:defRPr sz="1200" b="0">
                <a:solidFill>
                  <a:srgbClr val="7A808A"/>
                </a:solidFill>
                <a:latin typeface="Inter"/>
                <a:ea typeface="Inter"/>
                <a:cs typeface="Inter"/>
              </a:defRPr>
            </a:lvl3pPr>
            <a:lvl4pPr>
              <a:defRPr sz="1200" b="0">
                <a:solidFill>
                  <a:srgbClr val="7A808A"/>
                </a:solidFill>
                <a:latin typeface="Inter"/>
                <a:ea typeface="Inter"/>
                <a:cs typeface="Inter"/>
              </a:defRPr>
            </a:lvl4pPr>
            <a:lvl5pPr>
              <a:defRPr sz="1200" b="0">
                <a:solidFill>
                  <a:srgbClr val="7A808A"/>
                </a:solidFill>
                <a:latin typeface="Inter"/>
                <a:ea typeface="Inter"/>
                <a:cs typeface="Inter"/>
              </a:defRPr>
            </a:lvl5pPr>
            <a:lvl6pPr>
              <a:defRPr sz="1200" b="0">
                <a:solidFill>
                  <a:srgbClr val="7A808A"/>
                </a:solidFill>
                <a:latin typeface="Inter"/>
                <a:ea typeface="Inter"/>
                <a:cs typeface="Inter"/>
              </a:defRPr>
            </a:lvl6pPr>
            <a:lvl7pPr>
              <a:defRPr sz="1200" b="0">
                <a:solidFill>
                  <a:srgbClr val="7A808A"/>
                </a:solidFill>
                <a:latin typeface="Inter"/>
                <a:ea typeface="Inter"/>
                <a:cs typeface="Inter"/>
              </a:defRPr>
            </a:lvl7pPr>
            <a:lvl8pPr>
              <a:defRPr sz="1200" b="0">
                <a:solidFill>
                  <a:srgbClr val="7A808A"/>
                </a:solidFill>
                <a:latin typeface="Inter"/>
                <a:ea typeface="Inter"/>
                <a:cs typeface="Inter"/>
              </a:defRPr>
            </a:lvl8pPr>
            <a:lvl9pPr>
              <a:defRPr sz="1200" b="0">
                <a:solidFill>
                  <a:srgbClr val="7A808A"/>
                </a:solidFill>
                <a:latin typeface="Inter"/>
                <a:ea typeface="Inter"/>
                <a:cs typeface="Inter"/>
              </a:defRPr>
            </a:lvl9pPr>
          </a:lstStyle>
          <a:p xmlns:a="http://schemas.openxmlformats.org/drawingml/2006/main">
            <a:pPr>
              <a:defRPr sz="1200" b="0">
                <a:solidFill>
                  <a:srgbClr val="7A808A"/>
                </a:solidFill>
                <a:latin typeface="Inter"/>
                <a:ea typeface="Inter"/>
                <a:cs typeface="Inter"/>
              </a:defRPr>
            </a:pPr>
            <a:r>
              <a:rPr sz="1200" b="0">
                <a:solidFill>
                  <a:srgbClr val="7A808A"/>
                </a:solidFill>
                <a:latin typeface="Inter"/>
                <a:ea typeface="Inter"/>
                <a:cs typeface="Inter"/>
              </a:rPr>
              <a:t>20 October 2026</a:t>
            </a:r>
          </a:p>
        </p:txBody>
      </p:sp>
    </p:spTree>
    <p:extLst>
      <p:ext uri="{BB962C8B-B14F-4D97-AF65-F5344CB8AC3E}">
        <p14:creationId xmlns:p14="http://schemas.microsoft.com/office/powerpoint/2010/main" val="329433538"/>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736481-1B92-4653-B5D2-E1FF315FB408}"/>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The operational workspace</a:t>
            </a:r>
          </a:p>
        </p:txBody>
      </p:sp>
      <p:sp>
        <p:nvSpPr>
          <p:cNvPr id="2" name="">
            <a:extLst xmlns:a="http://schemas.openxmlformats.org/drawingml/2006/main">
              <a:ext uri="{FF2B5EF4-FFF2-40B4-BE49-F238E27FC236}">
                <a16:creationId xmlns:a16="http://schemas.microsoft.com/office/drawing/2014/main" id="{0FCD844C-8D0E-440F-88F5-210FE2656A4F}"/>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92FE6053-EEA8-4626-A63E-1670BF058A13}"/>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FBBE895E-2E68-4C35-84A6-8D8A3811C7B7}"/>
              </a:ext>
            </a:extLst>
          </p:cNvPr>
          <p:cNvSpPr>
            <a:spLocks xmlns:a="http://schemas.openxmlformats.org/drawingml/2006/main" noGrp="1"/>
          </p:cNvSpPr>
          <p:nvPr/>
        </p:nvSpPr>
        <p:spPr>
          <a:xfrm xmlns:a="http://schemas.openxmlformats.org/drawingml/2006/main">
            <a:off x="685800" y="19526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282B30"/>
                </a:solidFill>
                <a:latin typeface="Inter"/>
                <a:ea typeface="Inter"/>
                <a:cs typeface="Inter"/>
              </a:defRPr>
            </a:defPPr>
            <a:lvl1pPr>
              <a:defRPr sz="6000" b="1">
                <a:solidFill>
                  <a:srgbClr val="282B30"/>
                </a:solidFill>
                <a:latin typeface="Inter"/>
                <a:ea typeface="Inter"/>
                <a:cs typeface="Inter"/>
              </a:defRPr>
            </a:lvl1pPr>
            <a:lvl2pPr>
              <a:defRPr sz="6000" b="1">
                <a:solidFill>
                  <a:srgbClr val="282B30"/>
                </a:solidFill>
                <a:latin typeface="Inter"/>
                <a:ea typeface="Inter"/>
                <a:cs typeface="Inter"/>
              </a:defRPr>
            </a:lvl2pPr>
            <a:lvl3pPr>
              <a:defRPr sz="6000" b="1">
                <a:solidFill>
                  <a:srgbClr val="282B30"/>
                </a:solidFill>
                <a:latin typeface="Inter"/>
                <a:ea typeface="Inter"/>
                <a:cs typeface="Inter"/>
              </a:defRPr>
            </a:lvl3pPr>
            <a:lvl4pPr>
              <a:defRPr sz="6000" b="1">
                <a:solidFill>
                  <a:srgbClr val="282B30"/>
                </a:solidFill>
                <a:latin typeface="Inter"/>
                <a:ea typeface="Inter"/>
                <a:cs typeface="Inter"/>
              </a:defRPr>
            </a:lvl4pPr>
            <a:lvl5pPr>
              <a:defRPr sz="6000" b="1">
                <a:solidFill>
                  <a:srgbClr val="282B30"/>
                </a:solidFill>
                <a:latin typeface="Inter"/>
                <a:ea typeface="Inter"/>
                <a:cs typeface="Inter"/>
              </a:defRPr>
            </a:lvl5pPr>
            <a:lvl6pPr>
              <a:defRPr sz="6000" b="1">
                <a:solidFill>
                  <a:srgbClr val="282B30"/>
                </a:solidFill>
                <a:latin typeface="Inter"/>
                <a:ea typeface="Inter"/>
                <a:cs typeface="Inter"/>
              </a:defRPr>
            </a:lvl6pPr>
            <a:lvl7pPr>
              <a:defRPr sz="6000" b="1">
                <a:solidFill>
                  <a:srgbClr val="282B30"/>
                </a:solidFill>
                <a:latin typeface="Inter"/>
                <a:ea typeface="Inter"/>
                <a:cs typeface="Inter"/>
              </a:defRPr>
            </a:lvl7pPr>
            <a:lvl8pPr>
              <a:defRPr sz="6000" b="1">
                <a:solidFill>
                  <a:srgbClr val="282B30"/>
                </a:solidFill>
                <a:latin typeface="Inter"/>
                <a:ea typeface="Inter"/>
                <a:cs typeface="Inter"/>
              </a:defRPr>
            </a:lvl8pPr>
            <a:lvl9pPr>
              <a:defRPr sz="6000" b="1">
                <a:solidFill>
                  <a:srgbClr val="282B30"/>
                </a:solidFill>
                <a:latin typeface="Inter"/>
                <a:ea typeface="Inter"/>
                <a:cs typeface="Inter"/>
              </a:defRPr>
            </a:lvl9pPr>
          </a:lstStyle>
          <a:p xmlns:a="http://schemas.openxmlformats.org/drawingml/2006/main">
            <a:pPr>
              <a:defRPr sz="6000" b="1">
                <a:solidFill>
                  <a:srgbClr val="282B30"/>
                </a:solidFill>
                <a:latin typeface="Inter"/>
                <a:ea typeface="Inter"/>
                <a:cs typeface="Inter"/>
              </a:defRPr>
            </a:pPr>
            <a:r>
              <a:rPr sz="6000" b="1">
                <a:solidFill>
                  <a:srgbClr val="282B30"/>
                </a:solidFill>
                <a:latin typeface="Inter"/>
                <a:ea typeface="Inter"/>
                <a:cs typeface="Inter"/>
              </a:rPr>
              <a:t>219</a:t>
            </a:r>
          </a:p>
        </p:txBody>
      </p:sp>
      <p:sp>
        <p:nvSpPr>
          <p:cNvPr id="5" name="">
            <a:extLst xmlns:a="http://schemas.openxmlformats.org/drawingml/2006/main">
              <a:ext uri="{FF2B5EF4-FFF2-40B4-BE49-F238E27FC236}">
                <a16:creationId xmlns:a16="http://schemas.microsoft.com/office/drawing/2014/main" id="{888E40AA-38D1-4B8D-87A7-92D932438674}"/>
              </a:ext>
            </a:extLst>
          </p:cNvPr>
          <p:cNvSpPr>
            <a:spLocks xmlns:a="http://schemas.openxmlformats.org/drawingml/2006/main" noGrp="1"/>
          </p:cNvSpPr>
          <p:nvPr/>
        </p:nvSpPr>
        <p:spPr>
          <a:xfrm xmlns:a="http://schemas.openxmlformats.org/drawingml/2006/main">
            <a:off x="723900" y="2952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fictional issues</a:t>
            </a:r>
          </a:p>
        </p:txBody>
      </p:sp>
      <p:sp>
        <p:nvSpPr>
          <p:cNvPr id="6" name="">
            <a:extLst xmlns:a="http://schemas.openxmlformats.org/drawingml/2006/main">
              <a:ext uri="{FF2B5EF4-FFF2-40B4-BE49-F238E27FC236}">
                <a16:creationId xmlns:a16="http://schemas.microsoft.com/office/drawing/2014/main" id="{4A097A05-CD48-4635-A2EE-D553C8A97601}"/>
              </a:ext>
            </a:extLst>
          </p:cNvPr>
          <p:cNvSpPr>
            <a:spLocks xmlns:a="http://schemas.openxmlformats.org/drawingml/2006/main" noGrp="1"/>
          </p:cNvSpPr>
          <p:nvPr/>
        </p:nvSpPr>
        <p:spPr>
          <a:xfrm xmlns:a="http://schemas.openxmlformats.org/drawingml/2006/main">
            <a:off x="685800" y="37909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AD7C2D"/>
                </a:solidFill>
                <a:latin typeface="Inter"/>
                <a:ea typeface="Inter"/>
                <a:cs typeface="Inter"/>
              </a:defRPr>
            </a:defPPr>
            <a:lvl1pPr>
              <a:defRPr sz="3900" b="1">
                <a:solidFill>
                  <a:srgbClr val="AD7C2D"/>
                </a:solidFill>
                <a:latin typeface="Inter"/>
                <a:ea typeface="Inter"/>
                <a:cs typeface="Inter"/>
              </a:defRPr>
            </a:lvl1pPr>
            <a:lvl2pPr>
              <a:defRPr sz="3900" b="1">
                <a:solidFill>
                  <a:srgbClr val="AD7C2D"/>
                </a:solidFill>
                <a:latin typeface="Inter"/>
                <a:ea typeface="Inter"/>
                <a:cs typeface="Inter"/>
              </a:defRPr>
            </a:lvl2pPr>
            <a:lvl3pPr>
              <a:defRPr sz="3900" b="1">
                <a:solidFill>
                  <a:srgbClr val="AD7C2D"/>
                </a:solidFill>
                <a:latin typeface="Inter"/>
                <a:ea typeface="Inter"/>
                <a:cs typeface="Inter"/>
              </a:defRPr>
            </a:lvl3pPr>
            <a:lvl4pPr>
              <a:defRPr sz="3900" b="1">
                <a:solidFill>
                  <a:srgbClr val="AD7C2D"/>
                </a:solidFill>
                <a:latin typeface="Inter"/>
                <a:ea typeface="Inter"/>
                <a:cs typeface="Inter"/>
              </a:defRPr>
            </a:lvl4pPr>
            <a:lvl5pPr>
              <a:defRPr sz="3900" b="1">
                <a:solidFill>
                  <a:srgbClr val="AD7C2D"/>
                </a:solidFill>
                <a:latin typeface="Inter"/>
                <a:ea typeface="Inter"/>
                <a:cs typeface="Inter"/>
              </a:defRPr>
            </a:lvl5pPr>
            <a:lvl6pPr>
              <a:defRPr sz="3900" b="1">
                <a:solidFill>
                  <a:srgbClr val="AD7C2D"/>
                </a:solidFill>
                <a:latin typeface="Inter"/>
                <a:ea typeface="Inter"/>
                <a:cs typeface="Inter"/>
              </a:defRPr>
            </a:lvl6pPr>
            <a:lvl7pPr>
              <a:defRPr sz="3900" b="1">
                <a:solidFill>
                  <a:srgbClr val="AD7C2D"/>
                </a:solidFill>
                <a:latin typeface="Inter"/>
                <a:ea typeface="Inter"/>
                <a:cs typeface="Inter"/>
              </a:defRPr>
            </a:lvl7pPr>
            <a:lvl8pPr>
              <a:defRPr sz="3900" b="1">
                <a:solidFill>
                  <a:srgbClr val="AD7C2D"/>
                </a:solidFill>
                <a:latin typeface="Inter"/>
                <a:ea typeface="Inter"/>
                <a:cs typeface="Inter"/>
              </a:defRPr>
            </a:lvl8pPr>
            <a:lvl9pPr>
              <a:defRPr sz="3900" b="1">
                <a:solidFill>
                  <a:srgbClr val="AD7C2D"/>
                </a:solidFill>
                <a:latin typeface="Inter"/>
                <a:ea typeface="Inter"/>
                <a:cs typeface="Inter"/>
              </a:defRPr>
            </a:lvl9pPr>
          </a:lstStyle>
          <a:p xmlns:a="http://schemas.openxmlformats.org/drawingml/2006/main">
            <a:pPr>
              <a:defRPr sz="3900" b="1">
                <a:solidFill>
                  <a:srgbClr val="AD7C2D"/>
                </a:solidFill>
                <a:latin typeface="Inter"/>
                <a:ea typeface="Inter"/>
                <a:cs typeface="Inter"/>
              </a:defRPr>
            </a:pPr>
            <a:r>
              <a:rPr sz="3900" b="1">
                <a:solidFill>
                  <a:srgbClr val="AD7C2D"/>
                </a:solidFill>
                <a:latin typeface="Inter"/>
                <a:ea typeface="Inter"/>
                <a:cs typeface="Inter"/>
              </a:rPr>
              <a:t>25 / 25</a:t>
            </a:r>
          </a:p>
        </p:txBody>
      </p:sp>
      <p:sp>
        <p:nvSpPr>
          <p:cNvPr id="7" name="">
            <a:extLst xmlns:a="http://schemas.openxmlformats.org/drawingml/2006/main">
              <a:ext uri="{FF2B5EF4-FFF2-40B4-BE49-F238E27FC236}">
                <a16:creationId xmlns:a16="http://schemas.microsoft.com/office/drawing/2014/main" id="{AB1012A3-E294-46F2-B0BD-877B5B763F3B}"/>
              </a:ext>
            </a:extLst>
          </p:cNvPr>
          <p:cNvSpPr>
            <a:spLocks xmlns:a="http://schemas.openxmlformats.org/drawingml/2006/main" noGrp="1"/>
          </p:cNvSpPr>
          <p:nvPr/>
        </p:nvSpPr>
        <p:spPr>
          <a:xfrm xmlns:a="http://schemas.openxmlformats.org/drawingml/2006/main">
            <a:off x="723900" y="4600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matrix cells populated</a:t>
            </a:r>
          </a:p>
        </p:txBody>
      </p:sp>
      <p:pic>
        <p:nvPicPr>
          <p:cNvPr id="8" name="">
            <a:extLst xmlns:a="http://schemas.openxmlformats.org/drawingml/2006/main">
              <a:ext uri="{FF2B5EF4-FFF2-40B4-BE49-F238E27FC236}">
                <a16:creationId xmlns:a16="http://schemas.microsoft.com/office/drawing/2014/main" id="{1B3388D1-A817-40D9-B06C-3CF90BAF73A1}"/>
              </a:ext>
            </a:extLst>
          </p:cNvPr>
          <p:cNvPicPr>
            <a:picLocks xmlns:a="http://schemas.openxmlformats.org/drawingml/2006/main" noChangeAspect="1"/>
          </p:cNvPicPr>
          <p:nvPr/>
        </p:nvPicPr>
        <p:blipFill>
          <a:blip xmlns:r="http://schemas.openxmlformats.org/officeDocument/2006/relationships" xmlns:a="http://schemas.openxmlformats.org/drawingml/2006/main" r:embed="R0c5948a49c2b4ba2"/>
          <a:stretch xmlns:a="http://schemas.openxmlformats.org/drawingml/2006/main"/>
        </p:blipFill>
        <p:spPr>
          <a:xfrm xmlns:a="http://schemas.openxmlformats.org/drawingml/2006/main">
            <a:off x="4000500" y="1562100"/>
            <a:ext cx="7543800" cy="4572000"/>
          </a:xfrm>
          <a:prstGeom xmlns:a="http://schemas.openxmlformats.org/drawingml/2006/main" prst="roundRect">
            <a:avLst>
              <a:gd name="adj" fmla="val 2917"/>
            </a:avLst>
          </a:prstGeom>
        </p:spPr>
      </p:pic>
    </p:spTree>
    <p:extLst>
      <p:ext uri="{BB962C8B-B14F-4D97-AF65-F5344CB8AC3E}">
        <p14:creationId xmlns:p14="http://schemas.microsoft.com/office/powerpoint/2010/main" val="416526176"/>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64B53D-D3F8-4CEE-B046-8E53BE17D579}"/>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 focused start for each role</a:t>
            </a:r>
          </a:p>
        </p:txBody>
      </p:sp>
      <p:sp>
        <p:nvSpPr>
          <p:cNvPr id="2" name="">
            <a:extLst xmlns:a="http://schemas.openxmlformats.org/drawingml/2006/main">
              <a:ext uri="{FF2B5EF4-FFF2-40B4-BE49-F238E27FC236}">
                <a16:creationId xmlns:a16="http://schemas.microsoft.com/office/drawing/2014/main" id="{C0FD7EFE-F7A3-48B6-8901-74D40222FB88}"/>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5FD1E332-4D85-4ADF-842F-88CD1728E2B6}"/>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7BBA111A-504C-4844-9D76-FBDD629CAEE2}"/>
              </a:ext>
            </a:extLst>
          </p:cNvPr>
          <p:cNvSpPr>
            <a:spLocks xmlns:a="http://schemas.openxmlformats.org/drawingml/2006/main" noGrp="1"/>
          </p:cNvSpPr>
          <p:nvPr/>
        </p:nvSpPr>
        <p:spPr>
          <a:xfrm xmlns:a="http://schemas.openxmlformats.org/drawingml/2006/main">
            <a:off x="704850" y="1952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Admins</a:t>
            </a:r>
          </a:p>
        </p:txBody>
      </p:sp>
      <p:sp>
        <p:nvSpPr>
          <p:cNvPr id="5" name="">
            <a:extLst xmlns:a="http://schemas.openxmlformats.org/drawingml/2006/main">
              <a:ext uri="{FF2B5EF4-FFF2-40B4-BE49-F238E27FC236}">
                <a16:creationId xmlns:a16="http://schemas.microsoft.com/office/drawing/2014/main" id="{3B58327E-CB3D-415D-BA2E-6BBF57F503B6}"/>
              </a:ext>
            </a:extLst>
          </p:cNvPr>
          <p:cNvSpPr>
            <a:spLocks xmlns:a="http://schemas.openxmlformats.org/drawingml/2006/main" noGrp="1"/>
          </p:cNvSpPr>
          <p:nvPr/>
        </p:nvSpPr>
        <p:spPr>
          <a:xfrm xmlns:a="http://schemas.openxmlformats.org/drawingml/2006/main">
            <a:off x="723900" y="24098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Portfolio exposure</a:t>
            </a:r>
          </a:p>
        </p:txBody>
      </p:sp>
      <p:sp>
        <p:nvSpPr>
          <p:cNvPr id="6" name="">
            <a:extLst xmlns:a="http://schemas.openxmlformats.org/drawingml/2006/main">
              <a:ext uri="{FF2B5EF4-FFF2-40B4-BE49-F238E27FC236}">
                <a16:creationId xmlns:a16="http://schemas.microsoft.com/office/drawing/2014/main" id="{77E13AAB-6A3F-475B-8EF9-ECD17C10BCD3}"/>
              </a:ext>
            </a:extLst>
          </p:cNvPr>
          <p:cNvSpPr>
            <a:spLocks xmlns:a="http://schemas.openxmlformats.org/drawingml/2006/main" noGrp="1"/>
          </p:cNvSpPr>
          <p:nvPr/>
        </p:nvSpPr>
        <p:spPr>
          <a:xfrm xmlns:a="http://schemas.openxmlformats.org/drawingml/2006/main">
            <a:off x="704850" y="3276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Managers</a:t>
            </a:r>
          </a:p>
        </p:txBody>
      </p:sp>
      <p:sp>
        <p:nvSpPr>
          <p:cNvPr id="7" name="">
            <a:extLst xmlns:a="http://schemas.openxmlformats.org/drawingml/2006/main">
              <a:ext uri="{FF2B5EF4-FFF2-40B4-BE49-F238E27FC236}">
                <a16:creationId xmlns:a16="http://schemas.microsoft.com/office/drawing/2014/main" id="{706EBD3D-0AE8-465E-9C43-96AACFD940CE}"/>
              </a:ext>
            </a:extLst>
          </p:cNvPr>
          <p:cNvSpPr>
            <a:spLocks xmlns:a="http://schemas.openxmlformats.org/drawingml/2006/main" noGrp="1"/>
          </p:cNvSpPr>
          <p:nvPr/>
        </p:nvSpPr>
        <p:spPr>
          <a:xfrm xmlns:a="http://schemas.openxmlformats.org/drawingml/2006/main">
            <a:off x="723900" y="37338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Project priorities</a:t>
            </a:r>
          </a:p>
        </p:txBody>
      </p:sp>
      <p:sp>
        <p:nvSpPr>
          <p:cNvPr id="8" name="">
            <a:extLst xmlns:a="http://schemas.openxmlformats.org/drawingml/2006/main">
              <a:ext uri="{FF2B5EF4-FFF2-40B4-BE49-F238E27FC236}">
                <a16:creationId xmlns:a16="http://schemas.microsoft.com/office/drawing/2014/main" id="{755BDB8A-DEFB-4672-9008-08F04C5F1A79}"/>
              </a:ext>
            </a:extLst>
          </p:cNvPr>
          <p:cNvSpPr>
            <a:spLocks xmlns:a="http://schemas.openxmlformats.org/drawingml/2006/main" noGrp="1"/>
          </p:cNvSpPr>
          <p:nvPr/>
        </p:nvSpPr>
        <p:spPr>
          <a:xfrm xmlns:a="http://schemas.openxmlformats.org/drawingml/2006/main">
            <a:off x="704850" y="46005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Members</a:t>
            </a:r>
          </a:p>
        </p:txBody>
      </p:sp>
      <p:sp>
        <p:nvSpPr>
          <p:cNvPr id="9" name="">
            <a:extLst xmlns:a="http://schemas.openxmlformats.org/drawingml/2006/main">
              <a:ext uri="{FF2B5EF4-FFF2-40B4-BE49-F238E27FC236}">
                <a16:creationId xmlns:a16="http://schemas.microsoft.com/office/drawing/2014/main" id="{04DC8C8B-B3CB-4624-8597-244107037304}"/>
              </a:ext>
            </a:extLst>
          </p:cNvPr>
          <p:cNvSpPr>
            <a:spLocks xmlns:a="http://schemas.openxmlformats.org/drawingml/2006/main" noGrp="1"/>
          </p:cNvSpPr>
          <p:nvPr/>
        </p:nvSpPr>
        <p:spPr>
          <a:xfrm xmlns:a="http://schemas.openxmlformats.org/drawingml/2006/main">
            <a:off x="723900" y="50577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Assigned issues and actions</a:t>
            </a:r>
          </a:p>
        </p:txBody>
      </p:sp>
      <p:pic>
        <p:nvPicPr>
          <p:cNvPr id="10" name="">
            <a:extLst xmlns:a="http://schemas.openxmlformats.org/drawingml/2006/main">
              <a:ext uri="{FF2B5EF4-FFF2-40B4-BE49-F238E27FC236}">
                <a16:creationId xmlns:a16="http://schemas.microsoft.com/office/drawing/2014/main" id="{ECBE3CEF-B61E-40F7-83F7-4323DFF8C569}"/>
              </a:ext>
            </a:extLst>
          </p:cNvPr>
          <p:cNvPicPr>
            <a:picLocks xmlns:a="http://schemas.openxmlformats.org/drawingml/2006/main" noChangeAspect="1"/>
          </p:cNvPicPr>
          <p:nvPr/>
        </p:nvPicPr>
        <p:blipFill>
          <a:blip xmlns:r="http://schemas.openxmlformats.org/officeDocument/2006/relationships" xmlns:a="http://schemas.openxmlformats.org/drawingml/2006/main" r:embed="R8ae795ebd96f4df9"/>
          <a:srcRect xmlns:a="http://schemas.openxmlformats.org/drawingml/2006/main" l="0" t="0" r="0" b="34000"/>
          <a:stretch xmlns:a="http://schemas.openxmlformats.org/drawingml/2006/main"/>
        </p:blipFill>
        <p:spPr>
          <a:xfrm xmlns:a="http://schemas.openxmlformats.org/drawingml/2006/main">
            <a:off x="4000500" y="1590675"/>
            <a:ext cx="75247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126647440"/>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25618F-C347-4A91-A405-516D65D0167A}"/>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Resolution requires evidence</a:t>
            </a:r>
          </a:p>
        </p:txBody>
      </p:sp>
      <p:sp>
        <p:nvSpPr>
          <p:cNvPr id="2" name="">
            <a:extLst xmlns:a="http://schemas.openxmlformats.org/drawingml/2006/main">
              <a:ext uri="{FF2B5EF4-FFF2-40B4-BE49-F238E27FC236}">
                <a16:creationId xmlns:a16="http://schemas.microsoft.com/office/drawing/2014/main" id="{D743B39A-ECE7-4F66-8FD8-835AA234B529}"/>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CAE87091-ABFF-411C-B94C-BE25EE3E149A}"/>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B815982B-407F-4F33-A461-090F593A2553}"/>
              </a:ext>
            </a:extLst>
          </p:cNvPr>
          <p:cNvSpPr>
            <a:spLocks xmlns:a="http://schemas.openxmlformats.org/drawingml/2006/main" noGrp="1"/>
          </p:cNvSpPr>
          <p:nvPr/>
        </p:nvSpPr>
        <p:spPr>
          <a:xfrm xmlns:a="http://schemas.openxmlformats.org/drawingml/2006/main">
            <a:off x="714375" y="20955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D7C2D"/>
                </a:solidFill>
                <a:latin typeface="Inter"/>
                <a:ea typeface="Inter"/>
                <a:cs typeface="Inter"/>
              </a:defRPr>
            </a:defPPr>
            <a:lvl1pPr>
              <a:defRPr sz="6600" b="1">
                <a:solidFill>
                  <a:srgbClr val="AD7C2D"/>
                </a:solidFill>
                <a:latin typeface="Inter"/>
                <a:ea typeface="Inter"/>
                <a:cs typeface="Inter"/>
              </a:defRPr>
            </a:lvl1pPr>
            <a:lvl2pPr>
              <a:defRPr sz="6600" b="1">
                <a:solidFill>
                  <a:srgbClr val="AD7C2D"/>
                </a:solidFill>
                <a:latin typeface="Inter"/>
                <a:ea typeface="Inter"/>
                <a:cs typeface="Inter"/>
              </a:defRPr>
            </a:lvl2pPr>
            <a:lvl3pPr>
              <a:defRPr sz="6600" b="1">
                <a:solidFill>
                  <a:srgbClr val="AD7C2D"/>
                </a:solidFill>
                <a:latin typeface="Inter"/>
                <a:ea typeface="Inter"/>
                <a:cs typeface="Inter"/>
              </a:defRPr>
            </a:lvl3pPr>
            <a:lvl4pPr>
              <a:defRPr sz="6600" b="1">
                <a:solidFill>
                  <a:srgbClr val="AD7C2D"/>
                </a:solidFill>
                <a:latin typeface="Inter"/>
                <a:ea typeface="Inter"/>
                <a:cs typeface="Inter"/>
              </a:defRPr>
            </a:lvl4pPr>
            <a:lvl5pPr>
              <a:defRPr sz="6600" b="1">
                <a:solidFill>
                  <a:srgbClr val="AD7C2D"/>
                </a:solidFill>
                <a:latin typeface="Inter"/>
                <a:ea typeface="Inter"/>
                <a:cs typeface="Inter"/>
              </a:defRPr>
            </a:lvl5pPr>
            <a:lvl6pPr>
              <a:defRPr sz="6600" b="1">
                <a:solidFill>
                  <a:srgbClr val="AD7C2D"/>
                </a:solidFill>
                <a:latin typeface="Inter"/>
                <a:ea typeface="Inter"/>
                <a:cs typeface="Inter"/>
              </a:defRPr>
            </a:lvl6pPr>
            <a:lvl7pPr>
              <a:defRPr sz="6600" b="1">
                <a:solidFill>
                  <a:srgbClr val="AD7C2D"/>
                </a:solidFill>
                <a:latin typeface="Inter"/>
                <a:ea typeface="Inter"/>
                <a:cs typeface="Inter"/>
              </a:defRPr>
            </a:lvl7pPr>
            <a:lvl8pPr>
              <a:defRPr sz="6600" b="1">
                <a:solidFill>
                  <a:srgbClr val="AD7C2D"/>
                </a:solidFill>
                <a:latin typeface="Inter"/>
                <a:ea typeface="Inter"/>
                <a:cs typeface="Inter"/>
              </a:defRPr>
            </a:lvl8pPr>
            <a:lvl9pPr>
              <a:defRPr sz="6600" b="1">
                <a:solidFill>
                  <a:srgbClr val="AD7C2D"/>
                </a:solidFill>
                <a:latin typeface="Inter"/>
                <a:ea typeface="Inter"/>
                <a:cs typeface="Inter"/>
              </a:defRPr>
            </a:lvl9pPr>
          </a:lstStyle>
          <a:p xmlns:a="http://schemas.openxmlformats.org/drawingml/2006/main">
            <a:pPr>
              <a:defRPr sz="6600" b="1">
                <a:solidFill>
                  <a:srgbClr val="AD7C2D"/>
                </a:solidFill>
                <a:latin typeface="Inter"/>
                <a:ea typeface="Inter"/>
                <a:cs typeface="Inter"/>
              </a:defRPr>
            </a:pPr>
            <a:r>
              <a:rPr sz="6600" b="1">
                <a:solidFill>
                  <a:srgbClr val="AD7C2D"/>
                </a:solidFill>
                <a:latin typeface="Inter"/>
                <a:ea typeface="Inter"/>
                <a:cs typeface="Inter"/>
              </a:rPr>
              <a:t>20 → 4</a:t>
            </a:r>
          </a:p>
        </p:txBody>
      </p:sp>
      <p:sp>
        <p:nvSpPr>
          <p:cNvPr id="5" name="">
            <a:extLst xmlns:a="http://schemas.openxmlformats.org/drawingml/2006/main">
              <a:ext uri="{FF2B5EF4-FFF2-40B4-BE49-F238E27FC236}">
                <a16:creationId xmlns:a16="http://schemas.microsoft.com/office/drawing/2014/main" id="{329BB168-D2FF-4965-93D4-D3250C81A7DE}"/>
              </a:ext>
            </a:extLst>
          </p:cNvPr>
          <p:cNvSpPr>
            <a:spLocks xmlns:a="http://schemas.openxmlformats.org/drawingml/2006/main" noGrp="1"/>
          </p:cNvSpPr>
          <p:nvPr/>
        </p:nvSpPr>
        <p:spPr>
          <a:xfrm xmlns:a="http://schemas.openxmlformats.org/drawingml/2006/main">
            <a:off x="762000" y="3400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82B30"/>
                </a:solidFill>
                <a:latin typeface="Inter"/>
                <a:ea typeface="Inter"/>
                <a:cs typeface="Inter"/>
              </a:defRPr>
            </a:defPPr>
            <a:lvl1pPr>
              <a:defRPr sz="2025" b="0">
                <a:solidFill>
                  <a:srgbClr val="282B30"/>
                </a:solidFill>
                <a:latin typeface="Inter"/>
                <a:ea typeface="Inter"/>
                <a:cs typeface="Inter"/>
              </a:defRPr>
            </a:lvl1pPr>
            <a:lvl2pPr>
              <a:defRPr sz="2025" b="0">
                <a:solidFill>
                  <a:srgbClr val="282B30"/>
                </a:solidFill>
                <a:latin typeface="Inter"/>
                <a:ea typeface="Inter"/>
                <a:cs typeface="Inter"/>
              </a:defRPr>
            </a:lvl2pPr>
            <a:lvl3pPr>
              <a:defRPr sz="2025" b="0">
                <a:solidFill>
                  <a:srgbClr val="282B30"/>
                </a:solidFill>
                <a:latin typeface="Inter"/>
                <a:ea typeface="Inter"/>
                <a:cs typeface="Inter"/>
              </a:defRPr>
            </a:lvl3pPr>
            <a:lvl4pPr>
              <a:defRPr sz="2025" b="0">
                <a:solidFill>
                  <a:srgbClr val="282B30"/>
                </a:solidFill>
                <a:latin typeface="Inter"/>
                <a:ea typeface="Inter"/>
                <a:cs typeface="Inter"/>
              </a:defRPr>
            </a:lvl4pPr>
            <a:lvl5pPr>
              <a:defRPr sz="2025" b="0">
                <a:solidFill>
                  <a:srgbClr val="282B30"/>
                </a:solidFill>
                <a:latin typeface="Inter"/>
                <a:ea typeface="Inter"/>
                <a:cs typeface="Inter"/>
              </a:defRPr>
            </a:lvl5pPr>
            <a:lvl6pPr>
              <a:defRPr sz="2025" b="0">
                <a:solidFill>
                  <a:srgbClr val="282B30"/>
                </a:solidFill>
                <a:latin typeface="Inter"/>
                <a:ea typeface="Inter"/>
                <a:cs typeface="Inter"/>
              </a:defRPr>
            </a:lvl6pPr>
            <a:lvl7pPr>
              <a:defRPr sz="2025" b="0">
                <a:solidFill>
                  <a:srgbClr val="282B30"/>
                </a:solidFill>
                <a:latin typeface="Inter"/>
                <a:ea typeface="Inter"/>
                <a:cs typeface="Inter"/>
              </a:defRPr>
            </a:lvl7pPr>
            <a:lvl8pPr>
              <a:defRPr sz="2025" b="0">
                <a:solidFill>
                  <a:srgbClr val="282B30"/>
                </a:solidFill>
                <a:latin typeface="Inter"/>
                <a:ea typeface="Inter"/>
                <a:cs typeface="Inter"/>
              </a:defRPr>
            </a:lvl8pPr>
            <a:lvl9pPr>
              <a:defRPr sz="2025" b="0">
                <a:solidFill>
                  <a:srgbClr val="282B30"/>
                </a:solidFill>
                <a:latin typeface="Inter"/>
                <a:ea typeface="Inter"/>
                <a:cs typeface="Inter"/>
              </a:defRPr>
            </a:lvl9pPr>
          </a:lstStyle>
          <a:p xmlns:a="http://schemas.openxmlformats.org/drawingml/2006/main">
            <a:pPr>
              <a:defRPr sz="2025" b="0">
                <a:solidFill>
                  <a:srgbClr val="282B30"/>
                </a:solidFill>
                <a:latin typeface="Inter"/>
                <a:ea typeface="Inter"/>
                <a:cs typeface="Inter"/>
              </a:defRPr>
            </a:pPr>
            <a:r>
              <a:rPr sz="2025" b="0">
                <a:solidFill>
                  <a:srgbClr val="282B30"/>
                </a:solidFill>
                <a:latin typeface="Inter"/>
                <a:ea typeface="Inter"/>
                <a:cs typeface="Inter"/>
              </a:rPr>
              <a:t>Likelihood × impact</a:t>
            </a:r>
          </a:p>
        </p:txBody>
      </p:sp>
      <p:sp>
        <p:nvSpPr>
          <p:cNvPr id="6" name="">
            <a:extLst xmlns:a="http://schemas.openxmlformats.org/drawingml/2006/main">
              <a:ext uri="{FF2B5EF4-FFF2-40B4-BE49-F238E27FC236}">
                <a16:creationId xmlns:a16="http://schemas.microsoft.com/office/drawing/2014/main" id="{58C2C98E-0AFE-4DEF-A055-4305644FFE20}"/>
              </a:ext>
            </a:extLst>
          </p:cNvPr>
          <p:cNvSpPr>
            <a:spLocks xmlns:a="http://schemas.openxmlformats.org/drawingml/2006/main" noGrp="1"/>
          </p:cNvSpPr>
          <p:nvPr/>
        </p:nvSpPr>
        <p:spPr>
          <a:xfrm xmlns:a="http://schemas.openxmlformats.org/drawingml/2006/main">
            <a:off x="762000" y="40386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5 × 4 before mitigation</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2 × 2 after review</a:t>
            </a:r>
          </a:p>
        </p:txBody>
      </p:sp>
      <p:sp>
        <p:nvSpPr>
          <p:cNvPr id="7" name="">
            <a:extLst xmlns:a="http://schemas.openxmlformats.org/drawingml/2006/main">
              <a:ext uri="{FF2B5EF4-FFF2-40B4-BE49-F238E27FC236}">
                <a16:creationId xmlns:a16="http://schemas.microsoft.com/office/drawing/2014/main" id="{55DC10D7-9F9C-4660-9BDF-7C6AC611E0F4}"/>
              </a:ext>
            </a:extLst>
          </p:cNvPr>
          <p:cNvSpPr>
            <a:spLocks xmlns:a="http://schemas.openxmlformats.org/drawingml/2006/main" noGrp="1"/>
          </p:cNvSpPr>
          <p:nvPr/>
        </p:nvSpPr>
        <p:spPr>
          <a:xfrm xmlns:a="http://schemas.openxmlformats.org/drawingml/2006/main">
            <a:off x="6858000" y="2162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01</a:t>
            </a:r>
          </a:p>
        </p:txBody>
      </p:sp>
      <p:sp>
        <p:nvSpPr>
          <p:cNvPr id="8" name="">
            <a:extLst xmlns:a="http://schemas.openxmlformats.org/drawingml/2006/main">
              <a:ext uri="{FF2B5EF4-FFF2-40B4-BE49-F238E27FC236}">
                <a16:creationId xmlns:a16="http://schemas.microsoft.com/office/drawing/2014/main" id="{16A62248-DF4D-441B-B06D-F3FB4EEA81E1}"/>
              </a:ext>
            </a:extLst>
          </p:cNvPr>
          <p:cNvSpPr>
            <a:spLocks xmlns:a="http://schemas.openxmlformats.org/drawingml/2006/main" noGrp="1"/>
          </p:cNvSpPr>
          <p:nvPr/>
        </p:nvSpPr>
        <p:spPr>
          <a:xfrm xmlns:a="http://schemas.openxmlformats.org/drawingml/2006/main">
            <a:off x="7543800" y="21145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Complete the required actions</a:t>
            </a:r>
          </a:p>
        </p:txBody>
      </p:sp>
      <p:sp>
        <p:nvSpPr>
          <p:cNvPr id="9" name="">
            <a:extLst xmlns:a="http://schemas.openxmlformats.org/drawingml/2006/main">
              <a:ext uri="{FF2B5EF4-FFF2-40B4-BE49-F238E27FC236}">
                <a16:creationId xmlns:a16="http://schemas.microsoft.com/office/drawing/2014/main" id="{0CE321F2-FE5B-4B5B-8145-A987F6B297B8}"/>
              </a:ext>
            </a:extLst>
          </p:cNvPr>
          <p:cNvSpPr>
            <a:spLocks xmlns:a="http://schemas.openxmlformats.org/drawingml/2006/main" noGrp="1"/>
          </p:cNvSpPr>
          <p:nvPr/>
        </p:nvSpPr>
        <p:spPr>
          <a:xfrm xmlns:a="http://schemas.openxmlformats.org/drawingml/2006/main">
            <a:off x="6858000" y="29718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02</a:t>
            </a:r>
          </a:p>
        </p:txBody>
      </p:sp>
      <p:sp>
        <p:nvSpPr>
          <p:cNvPr id="10" name="">
            <a:extLst xmlns:a="http://schemas.openxmlformats.org/drawingml/2006/main">
              <a:ext uri="{FF2B5EF4-FFF2-40B4-BE49-F238E27FC236}">
                <a16:creationId xmlns:a16="http://schemas.microsoft.com/office/drawing/2014/main" id="{7C13BE3E-9FC0-495F-AC24-5696DC5A4728}"/>
              </a:ext>
            </a:extLst>
          </p:cNvPr>
          <p:cNvSpPr>
            <a:spLocks xmlns:a="http://schemas.openxmlformats.org/drawingml/2006/main" noGrp="1"/>
          </p:cNvSpPr>
          <p:nvPr/>
        </p:nvSpPr>
        <p:spPr>
          <a:xfrm xmlns:a="http://schemas.openxmlformats.org/drawingml/2006/main">
            <a:off x="7543800" y="29241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Review residual risk afterwards</a:t>
            </a:r>
          </a:p>
        </p:txBody>
      </p:sp>
      <p:sp>
        <p:nvSpPr>
          <p:cNvPr id="11" name="">
            <a:extLst xmlns:a="http://schemas.openxmlformats.org/drawingml/2006/main">
              <a:ext uri="{FF2B5EF4-FFF2-40B4-BE49-F238E27FC236}">
                <a16:creationId xmlns:a16="http://schemas.microsoft.com/office/drawing/2014/main" id="{C52C0E10-E0E8-4440-BA68-3D989F233077}"/>
              </a:ext>
            </a:extLst>
          </p:cNvPr>
          <p:cNvSpPr>
            <a:spLocks xmlns:a="http://schemas.openxmlformats.org/drawingml/2006/main" noGrp="1"/>
          </p:cNvSpPr>
          <p:nvPr/>
        </p:nvSpPr>
        <p:spPr>
          <a:xfrm xmlns:a="http://schemas.openxmlformats.org/drawingml/2006/main">
            <a:off x="6858000" y="37814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03</a:t>
            </a:r>
          </a:p>
        </p:txBody>
      </p:sp>
      <p:sp>
        <p:nvSpPr>
          <p:cNvPr id="12" name="">
            <a:extLst xmlns:a="http://schemas.openxmlformats.org/drawingml/2006/main">
              <a:ext uri="{FF2B5EF4-FFF2-40B4-BE49-F238E27FC236}">
                <a16:creationId xmlns:a16="http://schemas.microsoft.com/office/drawing/2014/main" id="{0CB7A5B0-499B-45E3-88A6-13F91E033EEC}"/>
              </a:ext>
            </a:extLst>
          </p:cNvPr>
          <p:cNvSpPr>
            <a:spLocks xmlns:a="http://schemas.openxmlformats.org/drawingml/2006/main" noGrp="1"/>
          </p:cNvSpPr>
          <p:nvPr/>
        </p:nvSpPr>
        <p:spPr>
          <a:xfrm xmlns:a="http://schemas.openxmlformats.org/drawingml/2006/main">
            <a:off x="7543800" y="3733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Resolve with an audit record</a:t>
            </a:r>
          </a:p>
        </p:txBody>
      </p:sp>
      <p:sp>
        <p:nvSpPr>
          <p:cNvPr id="13" name="">
            <a:extLst xmlns:a="http://schemas.openxmlformats.org/drawingml/2006/main">
              <a:ext uri="{FF2B5EF4-FFF2-40B4-BE49-F238E27FC236}">
                <a16:creationId xmlns:a16="http://schemas.microsoft.com/office/drawing/2014/main" id="{79279494-088E-4418-B4F3-62A1BDE9A3AC}"/>
              </a:ext>
            </a:extLst>
          </p:cNvPr>
          <p:cNvSpPr>
            <a:spLocks xmlns:a="http://schemas.openxmlformats.org/drawingml/2006/main" noGrp="1"/>
          </p:cNvSpPr>
          <p:nvPr/>
        </p:nvSpPr>
        <p:spPr>
          <a:xfrm xmlns:a="http://schemas.openxmlformats.org/drawingml/2006/main">
            <a:off x="6858000" y="45910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04</a:t>
            </a:r>
          </a:p>
        </p:txBody>
      </p:sp>
      <p:sp>
        <p:nvSpPr>
          <p:cNvPr id="14" name="">
            <a:extLst xmlns:a="http://schemas.openxmlformats.org/drawingml/2006/main">
              <a:ext uri="{FF2B5EF4-FFF2-40B4-BE49-F238E27FC236}">
                <a16:creationId xmlns:a16="http://schemas.microsoft.com/office/drawing/2014/main" id="{717E0BF2-700D-46DC-9659-0468370CF695}"/>
              </a:ext>
            </a:extLst>
          </p:cNvPr>
          <p:cNvSpPr>
            <a:spLocks xmlns:a="http://schemas.openxmlformats.org/drawingml/2006/main" noGrp="1"/>
          </p:cNvSpPr>
          <p:nvPr/>
        </p:nvSpPr>
        <p:spPr>
          <a:xfrm xmlns:a="http://schemas.openxmlformats.org/drawingml/2006/main">
            <a:off x="7543800" y="45434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Reopen without losing history</a:t>
            </a:r>
          </a:p>
        </p:txBody>
      </p:sp>
    </p:spTree>
    <p:extLst>
      <p:ext uri="{BB962C8B-B14F-4D97-AF65-F5344CB8AC3E}">
        <p14:creationId xmlns:p14="http://schemas.microsoft.com/office/powerpoint/2010/main" val="424522373"/>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ECA582-DF98-4144-BA76-A77948527613}"/>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Architecture and data boundaries</a:t>
            </a:r>
          </a:p>
        </p:txBody>
      </p:sp>
      <p:sp>
        <p:nvSpPr>
          <p:cNvPr id="2" name="">
            <a:extLst xmlns:a="http://schemas.openxmlformats.org/drawingml/2006/main">
              <a:ext uri="{FF2B5EF4-FFF2-40B4-BE49-F238E27FC236}">
                <a16:creationId xmlns:a16="http://schemas.microsoft.com/office/drawing/2014/main" id="{67FDF7BF-274C-4A41-BE6D-10C07C7D8E2A}"/>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B30D9AA8-3E54-4A39-8B20-FFC3132EF819}"/>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B0280436-C4C9-4149-B8DD-29EC813C03AA}"/>
              </a:ext>
            </a:extLst>
          </p:cNvPr>
          <p:cNvSpPr>
            <a:spLocks xmlns:a="http://schemas.openxmlformats.org/drawingml/2006/main" noGrp="1"/>
          </p:cNvSpPr>
          <p:nvPr/>
        </p:nvSpPr>
        <p:spPr>
          <a:xfrm xmlns:a="http://schemas.openxmlformats.org/drawingml/2006/main">
            <a:off x="742950" y="1952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React + FastAPI</a:t>
            </a:r>
          </a:p>
        </p:txBody>
      </p:sp>
      <p:sp>
        <p:nvSpPr>
          <p:cNvPr id="5" name="">
            <a:extLst xmlns:a="http://schemas.openxmlformats.org/drawingml/2006/main">
              <a:ext uri="{FF2B5EF4-FFF2-40B4-BE49-F238E27FC236}">
                <a16:creationId xmlns:a16="http://schemas.microsoft.com/office/drawing/2014/main" id="{E203F509-9C6B-47A2-87E4-D7C2EE4FA531}"/>
              </a:ext>
            </a:extLst>
          </p:cNvPr>
          <p:cNvSpPr>
            <a:spLocks xmlns:a="http://schemas.openxmlformats.org/drawingml/2006/main" noGrp="1"/>
          </p:cNvSpPr>
          <p:nvPr/>
        </p:nvSpPr>
        <p:spPr>
          <a:xfrm xmlns:a="http://schemas.openxmlformats.org/drawingml/2006/main">
            <a:off x="762000" y="24574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User interface and explicit contracts</a:t>
            </a:r>
          </a:p>
        </p:txBody>
      </p:sp>
      <p:sp>
        <p:nvSpPr>
          <p:cNvPr id="6" name="">
            <a:extLst xmlns:a="http://schemas.openxmlformats.org/drawingml/2006/main">
              <a:ext uri="{FF2B5EF4-FFF2-40B4-BE49-F238E27FC236}">
                <a16:creationId xmlns:a16="http://schemas.microsoft.com/office/drawing/2014/main" id="{F219B997-43B6-4280-B2C6-131F167392A3}"/>
              </a:ext>
            </a:extLst>
          </p:cNvPr>
          <p:cNvSpPr>
            <a:spLocks xmlns:a="http://schemas.openxmlformats.org/drawingml/2006/main" noGrp="1"/>
          </p:cNvSpPr>
          <p:nvPr/>
        </p:nvSpPr>
        <p:spPr>
          <a:xfrm xmlns:a="http://schemas.openxmlformats.org/drawingml/2006/main">
            <a:off x="742950" y="31908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Application</a:t>
            </a:r>
          </a:p>
        </p:txBody>
      </p:sp>
      <p:sp>
        <p:nvSpPr>
          <p:cNvPr id="7" name="">
            <a:extLst xmlns:a="http://schemas.openxmlformats.org/drawingml/2006/main">
              <a:ext uri="{FF2B5EF4-FFF2-40B4-BE49-F238E27FC236}">
                <a16:creationId xmlns:a16="http://schemas.microsoft.com/office/drawing/2014/main" id="{9AB09DD6-8CBF-4B18-B15B-DA9341AA4FB1}"/>
              </a:ext>
            </a:extLst>
          </p:cNvPr>
          <p:cNvSpPr>
            <a:spLocks xmlns:a="http://schemas.openxmlformats.org/drawingml/2006/main" noGrp="1"/>
          </p:cNvSpPr>
          <p:nvPr/>
        </p:nvSpPr>
        <p:spPr>
          <a:xfrm xmlns:a="http://schemas.openxmlformats.org/drawingml/2006/main">
            <a:off x="762000" y="36957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 cases and persistence ports</a:t>
            </a:r>
          </a:p>
        </p:txBody>
      </p:sp>
      <p:sp>
        <p:nvSpPr>
          <p:cNvPr id="8" name="">
            <a:extLst xmlns:a="http://schemas.openxmlformats.org/drawingml/2006/main">
              <a:ext uri="{FF2B5EF4-FFF2-40B4-BE49-F238E27FC236}">
                <a16:creationId xmlns:a16="http://schemas.microsoft.com/office/drawing/2014/main" id="{ED55BA61-E8CA-4B61-9580-755F57007811}"/>
              </a:ext>
            </a:extLst>
          </p:cNvPr>
          <p:cNvSpPr>
            <a:spLocks xmlns:a="http://schemas.openxmlformats.org/drawingml/2006/main" noGrp="1"/>
          </p:cNvSpPr>
          <p:nvPr/>
        </p:nvSpPr>
        <p:spPr>
          <a:xfrm xmlns:a="http://schemas.openxmlformats.org/drawingml/2006/main">
            <a:off x="742950" y="44291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Domain</a:t>
            </a:r>
          </a:p>
        </p:txBody>
      </p:sp>
      <p:sp>
        <p:nvSpPr>
          <p:cNvPr id="9" name="">
            <a:extLst xmlns:a="http://schemas.openxmlformats.org/drawingml/2006/main">
              <a:ext uri="{FF2B5EF4-FFF2-40B4-BE49-F238E27FC236}">
                <a16:creationId xmlns:a16="http://schemas.microsoft.com/office/drawing/2014/main" id="{469EB9E3-5F03-4171-9C7B-FB9137D5F592}"/>
              </a:ext>
            </a:extLst>
          </p:cNvPr>
          <p:cNvSpPr>
            <a:spLocks xmlns:a="http://schemas.openxmlformats.org/drawingml/2006/main" noGrp="1"/>
          </p:cNvSpPr>
          <p:nvPr/>
        </p:nvSpPr>
        <p:spPr>
          <a:xfrm xmlns:a="http://schemas.openxmlformats.org/drawingml/2006/main">
            <a:off x="762000" y="49339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Pure scoring and workflow rules</a:t>
            </a:r>
          </a:p>
        </p:txBody>
      </p:sp>
      <p:sp>
        <p:nvSpPr>
          <p:cNvPr id="10" name="">
            <a:extLst xmlns:a="http://schemas.openxmlformats.org/drawingml/2006/main">
              <a:ext uri="{FF2B5EF4-FFF2-40B4-BE49-F238E27FC236}">
                <a16:creationId xmlns:a16="http://schemas.microsoft.com/office/drawing/2014/main" id="{1AE04CBB-E292-4190-96CD-9550CDF042CD}"/>
              </a:ext>
            </a:extLst>
          </p:cNvPr>
          <p:cNvSpPr>
            <a:spLocks xmlns:a="http://schemas.openxmlformats.org/drawingml/2006/main" noGrp="1"/>
          </p:cNvSpPr>
          <p:nvPr/>
        </p:nvSpPr>
        <p:spPr>
          <a:xfrm xmlns:a="http://schemas.openxmlformats.org/drawingml/2006/main">
            <a:off x="7524750" y="22002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AD7C2D"/>
                </a:solidFill>
                <a:latin typeface="Inter"/>
                <a:ea typeface="Inter"/>
                <a:cs typeface="Inter"/>
              </a:defRPr>
            </a:defPPr>
            <a:lvl1pPr>
              <a:defRPr sz="2550" b="1">
                <a:solidFill>
                  <a:srgbClr val="AD7C2D"/>
                </a:solidFill>
                <a:latin typeface="Inter"/>
                <a:ea typeface="Inter"/>
                <a:cs typeface="Inter"/>
              </a:defRPr>
            </a:lvl1pPr>
            <a:lvl2pPr>
              <a:defRPr sz="2550" b="1">
                <a:solidFill>
                  <a:srgbClr val="AD7C2D"/>
                </a:solidFill>
                <a:latin typeface="Inter"/>
                <a:ea typeface="Inter"/>
                <a:cs typeface="Inter"/>
              </a:defRPr>
            </a:lvl2pPr>
            <a:lvl3pPr>
              <a:defRPr sz="2550" b="1">
                <a:solidFill>
                  <a:srgbClr val="AD7C2D"/>
                </a:solidFill>
                <a:latin typeface="Inter"/>
                <a:ea typeface="Inter"/>
                <a:cs typeface="Inter"/>
              </a:defRPr>
            </a:lvl3pPr>
            <a:lvl4pPr>
              <a:defRPr sz="2550" b="1">
                <a:solidFill>
                  <a:srgbClr val="AD7C2D"/>
                </a:solidFill>
                <a:latin typeface="Inter"/>
                <a:ea typeface="Inter"/>
                <a:cs typeface="Inter"/>
              </a:defRPr>
            </a:lvl4pPr>
            <a:lvl5pPr>
              <a:defRPr sz="2550" b="1">
                <a:solidFill>
                  <a:srgbClr val="AD7C2D"/>
                </a:solidFill>
                <a:latin typeface="Inter"/>
                <a:ea typeface="Inter"/>
                <a:cs typeface="Inter"/>
              </a:defRPr>
            </a:lvl5pPr>
            <a:lvl6pPr>
              <a:defRPr sz="2550" b="1">
                <a:solidFill>
                  <a:srgbClr val="AD7C2D"/>
                </a:solidFill>
                <a:latin typeface="Inter"/>
                <a:ea typeface="Inter"/>
                <a:cs typeface="Inter"/>
              </a:defRPr>
            </a:lvl6pPr>
            <a:lvl7pPr>
              <a:defRPr sz="2550" b="1">
                <a:solidFill>
                  <a:srgbClr val="AD7C2D"/>
                </a:solidFill>
                <a:latin typeface="Inter"/>
                <a:ea typeface="Inter"/>
                <a:cs typeface="Inter"/>
              </a:defRPr>
            </a:lvl7pPr>
            <a:lvl8pPr>
              <a:defRPr sz="2550" b="1">
                <a:solidFill>
                  <a:srgbClr val="AD7C2D"/>
                </a:solidFill>
                <a:latin typeface="Inter"/>
                <a:ea typeface="Inter"/>
                <a:cs typeface="Inter"/>
              </a:defRPr>
            </a:lvl8pPr>
            <a:lvl9pPr>
              <a:defRPr sz="2550" b="1">
                <a:solidFill>
                  <a:srgbClr val="AD7C2D"/>
                </a:solidFill>
                <a:latin typeface="Inter"/>
                <a:ea typeface="Inter"/>
                <a:cs typeface="Inter"/>
              </a:defRPr>
            </a:lvl9pPr>
          </a:lstStyle>
          <a:p xmlns:a="http://schemas.openxmlformats.org/drawingml/2006/main">
            <a:pPr>
              <a:defRPr sz="2550" b="1">
                <a:solidFill>
                  <a:srgbClr val="AD7C2D"/>
                </a:solidFill>
                <a:latin typeface="Inter"/>
                <a:ea typeface="Inter"/>
                <a:cs typeface="Inter"/>
              </a:defRPr>
            </a:pPr>
            <a:r>
              <a:rPr sz="2550" b="1">
                <a:solidFill>
                  <a:srgbClr val="AD7C2D"/>
                </a:solidFill>
                <a:latin typeface="Inter"/>
                <a:ea typeface="Inter"/>
                <a:cs typeface="Inter"/>
              </a:rPr>
              <a:t>PostgreSQL</a:t>
            </a:r>
          </a:p>
        </p:txBody>
      </p:sp>
      <p:sp>
        <p:nvSpPr>
          <p:cNvPr id="11" name="">
            <a:extLst xmlns:a="http://schemas.openxmlformats.org/drawingml/2006/main">
              <a:ext uri="{FF2B5EF4-FFF2-40B4-BE49-F238E27FC236}">
                <a16:creationId xmlns:a16="http://schemas.microsoft.com/office/drawing/2014/main" id="{07F8D842-99E1-43A4-B004-47DF742AA62B}"/>
              </a:ext>
            </a:extLst>
          </p:cNvPr>
          <p:cNvSpPr>
            <a:spLocks xmlns:a="http://schemas.openxmlformats.org/drawingml/2006/main" noGrp="1"/>
          </p:cNvSpPr>
          <p:nvPr/>
        </p:nvSpPr>
        <p:spPr>
          <a:xfrm xmlns:a="http://schemas.openxmlformats.org/drawingml/2006/main">
            <a:off x="7562850" y="3076575"/>
            <a:ext cx="4000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SQLAlchemy adapters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Alembic migrations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Atomic business + audit changes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Immutable assessment history</a:t>
            </a:r>
          </a:p>
        </p:txBody>
      </p:sp>
    </p:spTree>
    <p:extLst>
      <p:ext uri="{BB962C8B-B14F-4D97-AF65-F5344CB8AC3E}">
        <p14:creationId xmlns:p14="http://schemas.microsoft.com/office/powerpoint/2010/main" val="884596189"/>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4E4F17-8F4D-439F-B381-877280AA6B55}"/>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Verified local behavior</a:t>
            </a:r>
          </a:p>
        </p:txBody>
      </p:sp>
      <p:sp>
        <p:nvSpPr>
          <p:cNvPr id="2" name="">
            <a:extLst xmlns:a="http://schemas.openxmlformats.org/drawingml/2006/main">
              <a:ext uri="{FF2B5EF4-FFF2-40B4-BE49-F238E27FC236}">
                <a16:creationId xmlns:a16="http://schemas.microsoft.com/office/drawing/2014/main" id="{077D64F0-5BBD-477E-B27E-AB8B1A5D7AC9}"/>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925FDE00-2304-4AA7-A451-813B4EC229CF}"/>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EA82D88F-EA7A-40B1-A471-9CB1C17E1B6A}"/>
              </a:ext>
            </a:extLst>
          </p:cNvPr>
          <p:cNvSpPr>
            <a:spLocks xmlns:a="http://schemas.openxmlformats.org/drawingml/2006/main" noGrp="1"/>
          </p:cNvSpPr>
          <p:nvPr/>
        </p:nvSpPr>
        <p:spPr>
          <a:xfrm xmlns:a="http://schemas.openxmlformats.org/drawingml/2006/main">
            <a:off x="7048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66</a:t>
            </a:r>
          </a:p>
        </p:txBody>
      </p:sp>
      <p:sp>
        <p:nvSpPr>
          <p:cNvPr id="5" name="">
            <a:extLst xmlns:a="http://schemas.openxmlformats.org/drawingml/2006/main">
              <a:ext uri="{FF2B5EF4-FFF2-40B4-BE49-F238E27FC236}">
                <a16:creationId xmlns:a16="http://schemas.microsoft.com/office/drawing/2014/main" id="{F179DDFF-0300-4424-AA49-135CF95C9543}"/>
              </a:ext>
            </a:extLst>
          </p:cNvPr>
          <p:cNvSpPr>
            <a:spLocks xmlns:a="http://schemas.openxmlformats.org/drawingml/2006/main" noGrp="1"/>
          </p:cNvSpPr>
          <p:nvPr/>
        </p:nvSpPr>
        <p:spPr>
          <a:xfrm xmlns:a="http://schemas.openxmlformats.org/drawingml/2006/main">
            <a:off x="7429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backend tests</a:t>
            </a:r>
          </a:p>
        </p:txBody>
      </p:sp>
      <p:sp>
        <p:nvSpPr>
          <p:cNvPr id="6" name="">
            <a:extLst xmlns:a="http://schemas.openxmlformats.org/drawingml/2006/main">
              <a:ext uri="{FF2B5EF4-FFF2-40B4-BE49-F238E27FC236}">
                <a16:creationId xmlns:a16="http://schemas.microsoft.com/office/drawing/2014/main" id="{A2A880BD-1A5E-49D5-9F60-00270A52CAA9}"/>
              </a:ext>
            </a:extLst>
          </p:cNvPr>
          <p:cNvSpPr>
            <a:spLocks xmlns:a="http://schemas.openxmlformats.org/drawingml/2006/main" noGrp="1"/>
          </p:cNvSpPr>
          <p:nvPr/>
        </p:nvSpPr>
        <p:spPr>
          <a:xfrm xmlns:a="http://schemas.openxmlformats.org/drawingml/2006/main">
            <a:off x="42862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10</a:t>
            </a:r>
          </a:p>
        </p:txBody>
      </p:sp>
      <p:sp>
        <p:nvSpPr>
          <p:cNvPr id="7" name="">
            <a:extLst xmlns:a="http://schemas.openxmlformats.org/drawingml/2006/main">
              <a:ext uri="{FF2B5EF4-FFF2-40B4-BE49-F238E27FC236}">
                <a16:creationId xmlns:a16="http://schemas.microsoft.com/office/drawing/2014/main" id="{85E8ABDC-1F68-4B5B-BDA5-89679F3F4FFB}"/>
              </a:ext>
            </a:extLst>
          </p:cNvPr>
          <p:cNvSpPr>
            <a:spLocks xmlns:a="http://schemas.openxmlformats.org/drawingml/2006/main" noGrp="1"/>
          </p:cNvSpPr>
          <p:nvPr/>
        </p:nvSpPr>
        <p:spPr>
          <a:xfrm xmlns:a="http://schemas.openxmlformats.org/drawingml/2006/main">
            <a:off x="43243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frontend tests</a:t>
            </a:r>
          </a:p>
        </p:txBody>
      </p:sp>
      <p:sp>
        <p:nvSpPr>
          <p:cNvPr id="8" name="">
            <a:extLst xmlns:a="http://schemas.openxmlformats.org/drawingml/2006/main">
              <a:ext uri="{FF2B5EF4-FFF2-40B4-BE49-F238E27FC236}">
                <a16:creationId xmlns:a16="http://schemas.microsoft.com/office/drawing/2014/main" id="{D2BB951F-E105-42EA-B4E5-4A0D9ADCE5E5}"/>
              </a:ext>
            </a:extLst>
          </p:cNvPr>
          <p:cNvSpPr>
            <a:spLocks xmlns:a="http://schemas.openxmlformats.org/drawingml/2006/main" noGrp="1"/>
          </p:cNvSpPr>
          <p:nvPr/>
        </p:nvSpPr>
        <p:spPr>
          <a:xfrm xmlns:a="http://schemas.openxmlformats.org/drawingml/2006/main">
            <a:off x="8524875" y="18669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8</a:t>
            </a:r>
          </a:p>
        </p:txBody>
      </p:sp>
      <p:sp>
        <p:nvSpPr>
          <p:cNvPr id="9" name="">
            <a:extLst xmlns:a="http://schemas.openxmlformats.org/drawingml/2006/main">
              <a:ext uri="{FF2B5EF4-FFF2-40B4-BE49-F238E27FC236}">
                <a16:creationId xmlns:a16="http://schemas.microsoft.com/office/drawing/2014/main" id="{875C9FC1-E87C-4C8A-8C41-B83C7A3763A3}"/>
              </a:ext>
            </a:extLst>
          </p:cNvPr>
          <p:cNvSpPr>
            <a:spLocks xmlns:a="http://schemas.openxmlformats.org/drawingml/2006/main" noGrp="1"/>
          </p:cNvSpPr>
          <p:nvPr/>
        </p:nvSpPr>
        <p:spPr>
          <a:xfrm xmlns:a="http://schemas.openxmlformats.org/drawingml/2006/main">
            <a:off x="8562975" y="28765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browser scenarios</a:t>
            </a:r>
          </a:p>
        </p:txBody>
      </p:sp>
      <p:sp>
        <p:nvSpPr>
          <p:cNvPr id="10" name="">
            <a:extLst xmlns:a="http://schemas.openxmlformats.org/drawingml/2006/main">
              <a:ext uri="{FF2B5EF4-FFF2-40B4-BE49-F238E27FC236}">
                <a16:creationId xmlns:a16="http://schemas.microsoft.com/office/drawing/2014/main" id="{38FA10FF-922B-4F66-8220-E012D50F27AC}"/>
              </a:ext>
            </a:extLst>
          </p:cNvPr>
          <p:cNvSpPr>
            <a:spLocks xmlns:a="http://schemas.openxmlformats.org/drawingml/2006/main" noGrp="1"/>
          </p:cNvSpPr>
          <p:nvPr/>
        </p:nvSpPr>
        <p:spPr>
          <a:xfrm xmlns:a="http://schemas.openxmlformats.org/drawingml/2006/main">
            <a:off x="742950" y="390525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2B30"/>
                </a:solidFill>
                <a:latin typeface="Inter"/>
                <a:ea typeface="Inter"/>
                <a:cs typeface="Inter"/>
              </a:defRPr>
            </a:defPPr>
            <a:lvl1pPr>
              <a:defRPr sz="2100" b="1">
                <a:solidFill>
                  <a:srgbClr val="282B30"/>
                </a:solidFill>
                <a:latin typeface="Inter"/>
                <a:ea typeface="Inter"/>
                <a:cs typeface="Inter"/>
              </a:defRPr>
            </a:lvl1pPr>
            <a:lvl2pPr>
              <a:defRPr sz="2100" b="1">
                <a:solidFill>
                  <a:srgbClr val="282B30"/>
                </a:solidFill>
                <a:latin typeface="Inter"/>
                <a:ea typeface="Inter"/>
                <a:cs typeface="Inter"/>
              </a:defRPr>
            </a:lvl2pPr>
            <a:lvl3pPr>
              <a:defRPr sz="2100" b="1">
                <a:solidFill>
                  <a:srgbClr val="282B30"/>
                </a:solidFill>
                <a:latin typeface="Inter"/>
                <a:ea typeface="Inter"/>
                <a:cs typeface="Inter"/>
              </a:defRPr>
            </a:lvl3pPr>
            <a:lvl4pPr>
              <a:defRPr sz="2100" b="1">
                <a:solidFill>
                  <a:srgbClr val="282B30"/>
                </a:solidFill>
                <a:latin typeface="Inter"/>
                <a:ea typeface="Inter"/>
                <a:cs typeface="Inter"/>
              </a:defRPr>
            </a:lvl4pPr>
            <a:lvl5pPr>
              <a:defRPr sz="2100" b="1">
                <a:solidFill>
                  <a:srgbClr val="282B30"/>
                </a:solidFill>
                <a:latin typeface="Inter"/>
                <a:ea typeface="Inter"/>
                <a:cs typeface="Inter"/>
              </a:defRPr>
            </a:lvl5pPr>
            <a:lvl6pPr>
              <a:defRPr sz="2100" b="1">
                <a:solidFill>
                  <a:srgbClr val="282B30"/>
                </a:solidFill>
                <a:latin typeface="Inter"/>
                <a:ea typeface="Inter"/>
                <a:cs typeface="Inter"/>
              </a:defRPr>
            </a:lvl6pPr>
            <a:lvl7pPr>
              <a:defRPr sz="2100" b="1">
                <a:solidFill>
                  <a:srgbClr val="282B30"/>
                </a:solidFill>
                <a:latin typeface="Inter"/>
                <a:ea typeface="Inter"/>
                <a:cs typeface="Inter"/>
              </a:defRPr>
            </a:lvl7pPr>
            <a:lvl8pPr>
              <a:defRPr sz="2100" b="1">
                <a:solidFill>
                  <a:srgbClr val="282B30"/>
                </a:solidFill>
                <a:latin typeface="Inter"/>
                <a:ea typeface="Inter"/>
                <a:cs typeface="Inter"/>
              </a:defRPr>
            </a:lvl8pPr>
            <a:lvl9pPr>
              <a:defRPr sz="2100" b="1">
                <a:solidFill>
                  <a:srgbClr val="282B30"/>
                </a:solidFill>
                <a:latin typeface="Inter"/>
                <a:ea typeface="Inter"/>
                <a:cs typeface="Inter"/>
              </a:defRPr>
            </a:lvl9pPr>
          </a:lstStyle>
          <a:p xmlns:a="http://schemas.openxmlformats.org/drawingml/2006/main">
            <a:pPr>
              <a:defRPr sz="2100" b="1">
                <a:solidFill>
                  <a:srgbClr val="282B30"/>
                </a:solidFill>
                <a:latin typeface="Inter"/>
                <a:ea typeface="Inter"/>
                <a:cs typeface="Inter"/>
              </a:defRPr>
            </a:pPr>
            <a:r>
              <a:rPr sz="2100" b="1">
                <a:solidFill>
                  <a:srgbClr val="282B30"/>
                </a:solidFill>
                <a:latin typeface="Inter"/>
                <a:ea typeface="Inter"/>
                <a:cs typeface="Inter"/>
              </a:rPr>
              <a:t>Domain / Application coverage</a:t>
            </a:r>
          </a:p>
        </p:txBody>
      </p:sp>
      <p:graphicFrame>
        <p:nvGraphicFramePr>
          <p:cNvPr id="11" name="Chart">
            <a:extLst xmlns:a="http://schemas.openxmlformats.org/drawingml/2006/main">
              <a:ext uri="{FF2B5EF4-FFF2-40B4-BE49-F238E27FC236}">
                <a16:creationId xmlns:a16="http://schemas.microsoft.com/office/drawing/2014/main" id="{C8EB6F5B-67C2-4A07-9B87-957461B0C77D}"/>
              </a:ext>
            </a:extLst>
          </p:cNvPr>
          <p:cNvGraphicFramePr/>
          <p:nvPr/>
        </p:nvGraphicFramePr>
        <p:xfrm>
          <a:off xmlns:a="http://schemas.openxmlformats.org/drawingml/2006/main" x="666750" y="4524375"/>
          <a:ext xmlns:a="http://schemas.openxmlformats.org/drawingml/2006/main" cx="10715625" cy="952500"/>
        </p:xfrm>
        <a:graphic xmlns:a="http://schemas.openxmlformats.org/drawingml/2006/main">
          <a:graphicData uri="http://schemas.openxmlformats.org/drawingml/2006/chart">
            <c:chart xmlns:r="http://schemas.openxmlformats.org/officeDocument/2006/relationships" xmlns:c="http://schemas.openxmlformats.org/drawingml/2006/chart" r:id="Rb874cce154b24986"/>
          </a:graphicData>
        </a:graphic>
      </p:graphicFrame>
      <p:sp>
        <p:nvSpPr>
          <p:cNvPr id="12" name="">
            <a:extLst xmlns:a="http://schemas.openxmlformats.org/drawingml/2006/main">
              <a:ext uri="{FF2B5EF4-FFF2-40B4-BE49-F238E27FC236}">
                <a16:creationId xmlns:a16="http://schemas.microsoft.com/office/drawing/2014/main" id="{08EA31A3-FFA8-48B5-8C93-26D0773E7E0F}"/>
              </a:ext>
            </a:extLst>
          </p:cNvPr>
          <p:cNvSpPr>
            <a:spLocks xmlns:a="http://schemas.openxmlformats.org/drawingml/2006/main" noGrp="1"/>
          </p:cNvSpPr>
          <p:nvPr/>
        </p:nvSpPr>
        <p:spPr>
          <a:xfrm xmlns:a="http://schemas.openxmlformats.org/drawingml/2006/main">
            <a:off x="742950" y="56578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D7C2D"/>
                </a:solidFill>
                <a:latin typeface="Inter"/>
                <a:ea typeface="Inter"/>
                <a:cs typeface="Inter"/>
              </a:defRPr>
            </a:defPPr>
            <a:lvl1pPr>
              <a:defRPr sz="1875" b="1">
                <a:solidFill>
                  <a:srgbClr val="AD7C2D"/>
                </a:solidFill>
                <a:latin typeface="Inter"/>
                <a:ea typeface="Inter"/>
                <a:cs typeface="Inter"/>
              </a:defRPr>
            </a:lvl1pPr>
            <a:lvl2pPr>
              <a:defRPr sz="1875" b="1">
                <a:solidFill>
                  <a:srgbClr val="AD7C2D"/>
                </a:solidFill>
                <a:latin typeface="Inter"/>
                <a:ea typeface="Inter"/>
                <a:cs typeface="Inter"/>
              </a:defRPr>
            </a:lvl2pPr>
            <a:lvl3pPr>
              <a:defRPr sz="1875" b="1">
                <a:solidFill>
                  <a:srgbClr val="AD7C2D"/>
                </a:solidFill>
                <a:latin typeface="Inter"/>
                <a:ea typeface="Inter"/>
                <a:cs typeface="Inter"/>
              </a:defRPr>
            </a:lvl3pPr>
            <a:lvl4pPr>
              <a:defRPr sz="1875" b="1">
                <a:solidFill>
                  <a:srgbClr val="AD7C2D"/>
                </a:solidFill>
                <a:latin typeface="Inter"/>
                <a:ea typeface="Inter"/>
                <a:cs typeface="Inter"/>
              </a:defRPr>
            </a:lvl4pPr>
            <a:lvl5pPr>
              <a:defRPr sz="1875" b="1">
                <a:solidFill>
                  <a:srgbClr val="AD7C2D"/>
                </a:solidFill>
                <a:latin typeface="Inter"/>
                <a:ea typeface="Inter"/>
                <a:cs typeface="Inter"/>
              </a:defRPr>
            </a:lvl5pPr>
            <a:lvl6pPr>
              <a:defRPr sz="1875" b="1">
                <a:solidFill>
                  <a:srgbClr val="AD7C2D"/>
                </a:solidFill>
                <a:latin typeface="Inter"/>
                <a:ea typeface="Inter"/>
                <a:cs typeface="Inter"/>
              </a:defRPr>
            </a:lvl6pPr>
            <a:lvl7pPr>
              <a:defRPr sz="1875" b="1">
                <a:solidFill>
                  <a:srgbClr val="AD7C2D"/>
                </a:solidFill>
                <a:latin typeface="Inter"/>
                <a:ea typeface="Inter"/>
                <a:cs typeface="Inter"/>
              </a:defRPr>
            </a:lvl7pPr>
            <a:lvl8pPr>
              <a:defRPr sz="1875" b="1">
                <a:solidFill>
                  <a:srgbClr val="AD7C2D"/>
                </a:solidFill>
                <a:latin typeface="Inter"/>
                <a:ea typeface="Inter"/>
                <a:cs typeface="Inter"/>
              </a:defRPr>
            </a:lvl8pPr>
            <a:lvl9pPr>
              <a:defRPr sz="1875" b="1">
                <a:solidFill>
                  <a:srgbClr val="AD7C2D"/>
                </a:solidFill>
                <a:latin typeface="Inter"/>
                <a:ea typeface="Inter"/>
                <a:cs typeface="Inter"/>
              </a:defRPr>
            </a:lvl9pPr>
          </a:lstStyle>
          <a:p xmlns:a="http://schemas.openxmlformats.org/drawingml/2006/main">
            <a:pPr>
              <a:defRPr sz="1875" b="1">
                <a:solidFill>
                  <a:srgbClr val="AD7C2D"/>
                </a:solidFill>
                <a:latin typeface="Inter"/>
                <a:ea typeface="Inter"/>
                <a:cs typeface="Inter"/>
              </a:defRPr>
            </a:pPr>
            <a:r>
              <a:rPr sz="1875" b="1">
                <a:solidFill>
                  <a:srgbClr val="AD7C2D"/>
                </a:solidFill>
                <a:latin typeface="Inter"/>
                <a:ea typeface="Inter"/>
                <a:cs typeface="Inter"/>
              </a:rPr>
              <a:t>97.7%</a:t>
            </a:r>
          </a:p>
        </p:txBody>
      </p:sp>
    </p:spTree>
    <p:extLst>
      <p:ext uri="{BB962C8B-B14F-4D97-AF65-F5344CB8AC3E}">
        <p14:creationId xmlns:p14="http://schemas.microsoft.com/office/powerpoint/2010/main" val="1833278336"/>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404DC5-4729-4278-ACAF-41D20DB52C8C}"/>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AI-assisted development</a:t>
            </a:r>
          </a:p>
        </p:txBody>
      </p:sp>
      <p:sp>
        <p:nvSpPr>
          <p:cNvPr id="2" name="">
            <a:extLst xmlns:a="http://schemas.openxmlformats.org/drawingml/2006/main">
              <a:ext uri="{FF2B5EF4-FFF2-40B4-BE49-F238E27FC236}">
                <a16:creationId xmlns:a16="http://schemas.microsoft.com/office/drawing/2014/main" id="{094331FD-F261-418E-9933-7464E6CBABCB}"/>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CB5CB72A-1241-4F6B-BEB6-83D46B7384EF}"/>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BCD67693-CD19-49EF-A1F1-CAE06C39CB0E}"/>
              </a:ext>
            </a:extLst>
          </p:cNvPr>
          <p:cNvSpPr>
            <a:spLocks xmlns:a="http://schemas.openxmlformats.org/drawingml/2006/main" noGrp="1"/>
          </p:cNvSpPr>
          <p:nvPr/>
        </p:nvSpPr>
        <p:spPr>
          <a:xfrm xmlns:a="http://schemas.openxmlformats.org/drawingml/2006/main">
            <a:off x="733425" y="20097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Specify</a:t>
            </a:r>
          </a:p>
        </p:txBody>
      </p:sp>
      <p:sp>
        <p:nvSpPr>
          <p:cNvPr id="5" name="">
            <a:extLst xmlns:a="http://schemas.openxmlformats.org/drawingml/2006/main">
              <a:ext uri="{FF2B5EF4-FFF2-40B4-BE49-F238E27FC236}">
                <a16:creationId xmlns:a16="http://schemas.microsoft.com/office/drawing/2014/main" id="{D3E315AF-8F12-44F0-9E86-3F9AF1C03DC8}"/>
              </a:ext>
            </a:extLst>
          </p:cNvPr>
          <p:cNvSpPr>
            <a:spLocks xmlns:a="http://schemas.openxmlformats.org/drawingml/2006/main" noGrp="1"/>
          </p:cNvSpPr>
          <p:nvPr/>
        </p:nvSpPr>
        <p:spPr>
          <a:xfrm xmlns:a="http://schemas.openxmlformats.org/drawingml/2006/main">
            <a:off x="3714750" y="20574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Four use cases before core code</a:t>
            </a:r>
          </a:p>
        </p:txBody>
      </p:sp>
      <p:sp>
        <p:nvSpPr>
          <p:cNvPr id="6" name="">
            <a:extLst xmlns:a="http://schemas.openxmlformats.org/drawingml/2006/main">
              <a:ext uri="{FF2B5EF4-FFF2-40B4-BE49-F238E27FC236}">
                <a16:creationId xmlns:a16="http://schemas.microsoft.com/office/drawing/2014/main" id="{54664F92-AEF8-4B70-A093-F6E87F7C9E8C}"/>
              </a:ext>
            </a:extLst>
          </p:cNvPr>
          <p:cNvSpPr>
            <a:spLocks xmlns:a="http://schemas.openxmlformats.org/drawingml/2006/main" noGrp="1"/>
          </p:cNvSpPr>
          <p:nvPr/>
        </p:nvSpPr>
        <p:spPr>
          <a:xfrm xmlns:a="http://schemas.openxmlformats.org/drawingml/2006/main">
            <a:off x="733425" y="3200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Develop</a:t>
            </a:r>
          </a:p>
        </p:txBody>
      </p:sp>
      <p:sp>
        <p:nvSpPr>
          <p:cNvPr id="7" name="">
            <a:extLst xmlns:a="http://schemas.openxmlformats.org/drawingml/2006/main">
              <a:ext uri="{FF2B5EF4-FFF2-40B4-BE49-F238E27FC236}">
                <a16:creationId xmlns:a16="http://schemas.microsoft.com/office/drawing/2014/main" id="{CE4EFBC3-5035-4823-AC5C-C2061FED97FD}"/>
              </a:ext>
            </a:extLst>
          </p:cNvPr>
          <p:cNvSpPr>
            <a:spLocks xmlns:a="http://schemas.openxmlformats.org/drawingml/2006/main" noGrp="1"/>
          </p:cNvSpPr>
          <p:nvPr/>
        </p:nvSpPr>
        <p:spPr>
          <a:xfrm xmlns:a="http://schemas.openxmlformats.org/drawingml/2006/main">
            <a:off x="3714750" y="32480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Observed failures, then implementation</a:t>
            </a:r>
          </a:p>
        </p:txBody>
      </p:sp>
      <p:sp>
        <p:nvSpPr>
          <p:cNvPr id="8" name="">
            <a:extLst xmlns:a="http://schemas.openxmlformats.org/drawingml/2006/main">
              <a:ext uri="{FF2B5EF4-FFF2-40B4-BE49-F238E27FC236}">
                <a16:creationId xmlns:a16="http://schemas.microsoft.com/office/drawing/2014/main" id="{47CCDE22-CAAC-4B14-8227-32052D6E25DD}"/>
              </a:ext>
            </a:extLst>
          </p:cNvPr>
          <p:cNvSpPr>
            <a:spLocks xmlns:a="http://schemas.openxmlformats.org/drawingml/2006/main" noGrp="1"/>
          </p:cNvSpPr>
          <p:nvPr/>
        </p:nvSpPr>
        <p:spPr>
          <a:xfrm xmlns:a="http://schemas.openxmlformats.org/drawingml/2006/main">
            <a:off x="733425" y="43910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Validate</a:t>
            </a:r>
          </a:p>
        </p:txBody>
      </p:sp>
      <p:sp>
        <p:nvSpPr>
          <p:cNvPr id="9" name="">
            <a:extLst xmlns:a="http://schemas.openxmlformats.org/drawingml/2006/main">
              <a:ext uri="{FF2B5EF4-FFF2-40B4-BE49-F238E27FC236}">
                <a16:creationId xmlns:a16="http://schemas.microsoft.com/office/drawing/2014/main" id="{35EEC822-6D92-46BE-ACC2-4DF8D565C136}"/>
              </a:ext>
            </a:extLst>
          </p:cNvPr>
          <p:cNvSpPr>
            <a:spLocks xmlns:a="http://schemas.openxmlformats.org/drawingml/2006/main" noGrp="1"/>
          </p:cNvSpPr>
          <p:nvPr/>
        </p:nvSpPr>
        <p:spPr>
          <a:xfrm xmlns:a="http://schemas.openxmlformats.org/drawingml/2006/main">
            <a:off x="3714750" y="44386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Real database and browser checks</a:t>
            </a:r>
          </a:p>
        </p:txBody>
      </p:sp>
      <p:sp>
        <p:nvSpPr>
          <p:cNvPr id="10" name="">
            <a:extLst xmlns:a="http://schemas.openxmlformats.org/drawingml/2006/main">
              <a:ext uri="{FF2B5EF4-FFF2-40B4-BE49-F238E27FC236}">
                <a16:creationId xmlns:a16="http://schemas.microsoft.com/office/drawing/2014/main" id="{EB07F6DF-DABF-46FC-B5D2-ED4F1215BA7D}"/>
              </a:ext>
            </a:extLst>
          </p:cNvPr>
          <p:cNvSpPr>
            <a:spLocks xmlns:a="http://schemas.openxmlformats.org/drawingml/2006/main" noGrp="1"/>
          </p:cNvSpPr>
          <p:nvPr/>
        </p:nvSpPr>
        <p:spPr>
          <a:xfrm xmlns:a="http://schemas.openxmlformats.org/drawingml/2006/main">
            <a:off x="762000" y="5467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D7C2D"/>
                </a:solidFill>
                <a:latin typeface="Inter"/>
                <a:ea typeface="Inter"/>
                <a:cs typeface="Inter"/>
              </a:defRPr>
            </a:defPPr>
            <a:lvl1pPr>
              <a:defRPr sz="1875" b="0">
                <a:solidFill>
                  <a:srgbClr val="AD7C2D"/>
                </a:solidFill>
                <a:latin typeface="Inter"/>
                <a:ea typeface="Inter"/>
                <a:cs typeface="Inter"/>
              </a:defRPr>
            </a:lvl1pPr>
            <a:lvl2pPr>
              <a:defRPr sz="1875" b="0">
                <a:solidFill>
                  <a:srgbClr val="AD7C2D"/>
                </a:solidFill>
                <a:latin typeface="Inter"/>
                <a:ea typeface="Inter"/>
                <a:cs typeface="Inter"/>
              </a:defRPr>
            </a:lvl2pPr>
            <a:lvl3pPr>
              <a:defRPr sz="1875" b="0">
                <a:solidFill>
                  <a:srgbClr val="AD7C2D"/>
                </a:solidFill>
                <a:latin typeface="Inter"/>
                <a:ea typeface="Inter"/>
                <a:cs typeface="Inter"/>
              </a:defRPr>
            </a:lvl3pPr>
            <a:lvl4pPr>
              <a:defRPr sz="1875" b="0">
                <a:solidFill>
                  <a:srgbClr val="AD7C2D"/>
                </a:solidFill>
                <a:latin typeface="Inter"/>
                <a:ea typeface="Inter"/>
                <a:cs typeface="Inter"/>
              </a:defRPr>
            </a:lvl4pPr>
            <a:lvl5pPr>
              <a:defRPr sz="1875" b="0">
                <a:solidFill>
                  <a:srgbClr val="AD7C2D"/>
                </a:solidFill>
                <a:latin typeface="Inter"/>
                <a:ea typeface="Inter"/>
                <a:cs typeface="Inter"/>
              </a:defRPr>
            </a:lvl5pPr>
            <a:lvl6pPr>
              <a:defRPr sz="1875" b="0">
                <a:solidFill>
                  <a:srgbClr val="AD7C2D"/>
                </a:solidFill>
                <a:latin typeface="Inter"/>
                <a:ea typeface="Inter"/>
                <a:cs typeface="Inter"/>
              </a:defRPr>
            </a:lvl6pPr>
            <a:lvl7pPr>
              <a:defRPr sz="1875" b="0">
                <a:solidFill>
                  <a:srgbClr val="AD7C2D"/>
                </a:solidFill>
                <a:latin typeface="Inter"/>
                <a:ea typeface="Inter"/>
                <a:cs typeface="Inter"/>
              </a:defRPr>
            </a:lvl7pPr>
            <a:lvl8pPr>
              <a:defRPr sz="1875" b="0">
                <a:solidFill>
                  <a:srgbClr val="AD7C2D"/>
                </a:solidFill>
                <a:latin typeface="Inter"/>
                <a:ea typeface="Inter"/>
                <a:cs typeface="Inter"/>
              </a:defRPr>
            </a:lvl8pPr>
            <a:lvl9pPr>
              <a:defRPr sz="1875" b="0">
                <a:solidFill>
                  <a:srgbClr val="AD7C2D"/>
                </a:solidFill>
                <a:latin typeface="Inter"/>
                <a:ea typeface="Inter"/>
                <a:cs typeface="Inter"/>
              </a:defRPr>
            </a:lvl9pPr>
          </a:lstStyle>
          <a:p xmlns:a="http://schemas.openxmlformats.org/drawingml/2006/main">
            <a:pPr>
              <a:defRPr sz="1875" b="0">
                <a:solidFill>
                  <a:srgbClr val="AD7C2D"/>
                </a:solidFill>
                <a:latin typeface="Inter"/>
                <a:ea typeface="Inter"/>
                <a:cs typeface="Inter"/>
              </a:defRPr>
            </a:pPr>
            <a:r>
              <a:rPr sz="1875" b="0">
                <a:solidFill>
                  <a:srgbClr val="AD7C2D"/>
                </a:solidFill>
                <a:latin typeface="Inter"/>
                <a:ea typeface="Inter"/>
                <a:cs typeface="Inter"/>
              </a:rPr>
              <a:t>Owner review and publication remain manual</a:t>
            </a:r>
          </a:p>
        </p:txBody>
      </p:sp>
      <p:sp>
        <p:nvSpPr>
          <p:cNvPr id="11" name="">
            <a:extLst xmlns:a="http://schemas.openxmlformats.org/drawingml/2006/main">
              <a:ext uri="{FF2B5EF4-FFF2-40B4-BE49-F238E27FC236}">
                <a16:creationId xmlns:a16="http://schemas.microsoft.com/office/drawing/2014/main" id="{CA9A15F4-6606-44B7-B926-A0B5E3185622}"/>
              </a:ext>
            </a:extLst>
          </p:cNvPr>
          <p:cNvSpPr>
            <a:spLocks xmlns:a="http://schemas.openxmlformats.org/drawingml/2006/main" noGrp="1"/>
          </p:cNvSpPr>
          <p:nvPr/>
        </p:nvSpPr>
        <p:spPr>
          <a:xfrm xmlns:a="http://schemas.openxmlformats.org/drawingml/2006/main">
            <a:off x="7620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A808A"/>
                </a:solidFill>
                <a:latin typeface="Inter"/>
                <a:ea typeface="Inter"/>
                <a:cs typeface="Inter"/>
              </a:defRPr>
            </a:defPPr>
            <a:lvl1pPr>
              <a:defRPr sz="1350" b="0">
                <a:solidFill>
                  <a:srgbClr val="7A808A"/>
                </a:solidFill>
                <a:latin typeface="Inter"/>
                <a:ea typeface="Inter"/>
                <a:cs typeface="Inter"/>
              </a:defRPr>
            </a:lvl1pPr>
            <a:lvl2pPr>
              <a:defRPr sz="1350" b="0">
                <a:solidFill>
                  <a:srgbClr val="7A808A"/>
                </a:solidFill>
                <a:latin typeface="Inter"/>
                <a:ea typeface="Inter"/>
                <a:cs typeface="Inter"/>
              </a:defRPr>
            </a:lvl2pPr>
            <a:lvl3pPr>
              <a:defRPr sz="1350" b="0">
                <a:solidFill>
                  <a:srgbClr val="7A808A"/>
                </a:solidFill>
                <a:latin typeface="Inter"/>
                <a:ea typeface="Inter"/>
                <a:cs typeface="Inter"/>
              </a:defRPr>
            </a:lvl3pPr>
            <a:lvl4pPr>
              <a:defRPr sz="1350" b="0">
                <a:solidFill>
                  <a:srgbClr val="7A808A"/>
                </a:solidFill>
                <a:latin typeface="Inter"/>
                <a:ea typeface="Inter"/>
                <a:cs typeface="Inter"/>
              </a:defRPr>
            </a:lvl4pPr>
            <a:lvl5pPr>
              <a:defRPr sz="1350" b="0">
                <a:solidFill>
                  <a:srgbClr val="7A808A"/>
                </a:solidFill>
                <a:latin typeface="Inter"/>
                <a:ea typeface="Inter"/>
                <a:cs typeface="Inter"/>
              </a:defRPr>
            </a:lvl5pPr>
            <a:lvl6pPr>
              <a:defRPr sz="1350" b="0">
                <a:solidFill>
                  <a:srgbClr val="7A808A"/>
                </a:solidFill>
                <a:latin typeface="Inter"/>
                <a:ea typeface="Inter"/>
                <a:cs typeface="Inter"/>
              </a:defRPr>
            </a:lvl6pPr>
            <a:lvl7pPr>
              <a:defRPr sz="1350" b="0">
                <a:solidFill>
                  <a:srgbClr val="7A808A"/>
                </a:solidFill>
                <a:latin typeface="Inter"/>
                <a:ea typeface="Inter"/>
                <a:cs typeface="Inter"/>
              </a:defRPr>
            </a:lvl7pPr>
            <a:lvl8pPr>
              <a:defRPr sz="1350" b="0">
                <a:solidFill>
                  <a:srgbClr val="7A808A"/>
                </a:solidFill>
                <a:latin typeface="Inter"/>
                <a:ea typeface="Inter"/>
                <a:cs typeface="Inter"/>
              </a:defRPr>
            </a:lvl8pPr>
            <a:lvl9pPr>
              <a:defRPr sz="1350" b="0">
                <a:solidFill>
                  <a:srgbClr val="7A808A"/>
                </a:solidFill>
                <a:latin typeface="Inter"/>
                <a:ea typeface="Inter"/>
                <a:cs typeface="Inter"/>
              </a:defRPr>
            </a:lvl9pPr>
          </a:lstStyle>
          <a:p xmlns:a="http://schemas.openxmlformats.org/drawingml/2006/main">
            <a:pPr>
              <a:defRPr sz="1350" b="0">
                <a:solidFill>
                  <a:srgbClr val="7A808A"/>
                </a:solidFill>
                <a:latin typeface="Inter"/>
                <a:ea typeface="Inter"/>
                <a:cs typeface="Inter"/>
              </a:defRPr>
            </a:pPr>
            <a:r>
              <a:rPr sz="1350" b="0">
                <a:solidFill>
                  <a:srgbClr val="7A808A"/>
                </a:solidFill>
                <a:latin typeface="Inter"/>
                <a:ea typeface="Inter"/>
                <a:cs typeface="Inter"/>
              </a:rPr>
              <a:t>Local delivery · Docker and GitHub CI remain unverified</a:t>
            </a:r>
          </a:p>
        </p:txBody>
      </p:sp>
    </p:spTree>
    <p:extLst>
      <p:ext uri="{BB962C8B-B14F-4D97-AF65-F5344CB8AC3E}">
        <p14:creationId xmlns:p14="http://schemas.microsoft.com/office/powerpoint/2010/main" val="1677013363"/>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5EF2F8-EF3D-4626-B5F2-3CE5D37E2F51}"/>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Live demonstration</a:t>
            </a:r>
          </a:p>
        </p:txBody>
      </p:sp>
      <p:sp>
        <p:nvSpPr>
          <p:cNvPr id="2" name="">
            <a:extLst xmlns:a="http://schemas.openxmlformats.org/drawingml/2006/main">
              <a:ext uri="{FF2B5EF4-FFF2-40B4-BE49-F238E27FC236}">
                <a16:creationId xmlns:a16="http://schemas.microsoft.com/office/drawing/2014/main" id="{F7A9EF30-BB00-4150-BE2B-F5D614D3CDCF}"/>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D3B00A14-49BB-4452-9A5B-423FC2C94A1F}"/>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4ABA0DA0-51CB-4D8E-8E1E-A604499B46E5}"/>
              </a:ext>
            </a:extLst>
          </p:cNvPr>
          <p:cNvSpPr>
            <a:spLocks xmlns:a="http://schemas.openxmlformats.org/drawingml/2006/main" noGrp="1"/>
          </p:cNvSpPr>
          <p:nvPr/>
        </p:nvSpPr>
        <p:spPr>
          <a:xfrm xmlns:a="http://schemas.openxmlformats.org/drawingml/2006/main">
            <a:off x="752475" y="20002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00:00</a:t>
            </a:r>
          </a:p>
        </p:txBody>
      </p:sp>
      <p:sp>
        <p:nvSpPr>
          <p:cNvPr id="5" name="">
            <a:extLst xmlns:a="http://schemas.openxmlformats.org/drawingml/2006/main">
              <a:ext uri="{FF2B5EF4-FFF2-40B4-BE49-F238E27FC236}">
                <a16:creationId xmlns:a16="http://schemas.microsoft.com/office/drawing/2014/main" id="{FE29B4EE-3803-4121-9CEA-6DBC582E16F0}"/>
              </a:ext>
            </a:extLst>
          </p:cNvPr>
          <p:cNvSpPr>
            <a:spLocks xmlns:a="http://schemas.openxmlformats.org/drawingml/2006/main" noGrp="1"/>
          </p:cNvSpPr>
          <p:nvPr/>
        </p:nvSpPr>
        <p:spPr>
          <a:xfrm xmlns:a="http://schemas.openxmlformats.org/drawingml/2006/main">
            <a:off x="2781300" y="19812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Role views, themes and portfolio charts</a:t>
            </a:r>
          </a:p>
        </p:txBody>
      </p:sp>
      <p:sp>
        <p:nvSpPr>
          <p:cNvPr id="6" name="">
            <a:extLst xmlns:a="http://schemas.openxmlformats.org/drawingml/2006/main">
              <a:ext uri="{FF2B5EF4-FFF2-40B4-BE49-F238E27FC236}">
                <a16:creationId xmlns:a16="http://schemas.microsoft.com/office/drawing/2014/main" id="{75C3A4E2-0BE8-462D-B1DC-FBE5D3059C5A}"/>
              </a:ext>
            </a:extLst>
          </p:cNvPr>
          <p:cNvSpPr>
            <a:spLocks xmlns:a="http://schemas.openxmlformats.org/drawingml/2006/main" noGrp="1"/>
          </p:cNvSpPr>
          <p:nvPr/>
        </p:nvSpPr>
        <p:spPr>
          <a:xfrm xmlns:a="http://schemas.openxmlformats.org/drawingml/2006/main">
            <a:off x="752475" y="27241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00:45</a:t>
            </a:r>
          </a:p>
        </p:txBody>
      </p:sp>
      <p:sp>
        <p:nvSpPr>
          <p:cNvPr id="7" name="">
            <a:extLst xmlns:a="http://schemas.openxmlformats.org/drawingml/2006/main">
              <a:ext uri="{FF2B5EF4-FFF2-40B4-BE49-F238E27FC236}">
                <a16:creationId xmlns:a16="http://schemas.microsoft.com/office/drawing/2014/main" id="{8684C65C-7732-4234-906F-DA416BCEAC20}"/>
              </a:ext>
            </a:extLst>
          </p:cNvPr>
          <p:cNvSpPr>
            <a:spLocks xmlns:a="http://schemas.openxmlformats.org/drawingml/2006/main" noGrp="1"/>
          </p:cNvSpPr>
          <p:nvPr/>
        </p:nvSpPr>
        <p:spPr>
          <a:xfrm xmlns:a="http://schemas.openxmlformats.org/drawingml/2006/main">
            <a:off x="2781300" y="27051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Create an issue and assess its risk</a:t>
            </a:r>
          </a:p>
        </p:txBody>
      </p:sp>
      <p:sp>
        <p:nvSpPr>
          <p:cNvPr id="8" name="">
            <a:extLst xmlns:a="http://schemas.openxmlformats.org/drawingml/2006/main">
              <a:ext uri="{FF2B5EF4-FFF2-40B4-BE49-F238E27FC236}">
                <a16:creationId xmlns:a16="http://schemas.microsoft.com/office/drawing/2014/main" id="{FF0BB55C-21E4-49F0-98F7-D48B5FDB2639}"/>
              </a:ext>
            </a:extLst>
          </p:cNvPr>
          <p:cNvSpPr>
            <a:spLocks xmlns:a="http://schemas.openxmlformats.org/drawingml/2006/main" noGrp="1"/>
          </p:cNvSpPr>
          <p:nvPr/>
        </p:nvSpPr>
        <p:spPr>
          <a:xfrm xmlns:a="http://schemas.openxmlformats.org/drawingml/2006/main">
            <a:off x="752475" y="34480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02:00</a:t>
            </a:r>
          </a:p>
        </p:txBody>
      </p:sp>
      <p:sp>
        <p:nvSpPr>
          <p:cNvPr id="9" name="">
            <a:extLst xmlns:a="http://schemas.openxmlformats.org/drawingml/2006/main">
              <a:ext uri="{FF2B5EF4-FFF2-40B4-BE49-F238E27FC236}">
                <a16:creationId xmlns:a16="http://schemas.microsoft.com/office/drawing/2014/main" id="{286052DA-836C-4208-B3ED-00585F9511FD}"/>
              </a:ext>
            </a:extLst>
          </p:cNvPr>
          <p:cNvSpPr>
            <a:spLocks xmlns:a="http://schemas.openxmlformats.org/drawingml/2006/main" noGrp="1"/>
          </p:cNvSpPr>
          <p:nvPr/>
        </p:nvSpPr>
        <p:spPr>
          <a:xfrm xmlns:a="http://schemas.openxmlformats.org/drawingml/2006/main">
            <a:off x="2781300" y="34290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Assign and complete mitigation</a:t>
            </a:r>
          </a:p>
        </p:txBody>
      </p:sp>
      <p:sp>
        <p:nvSpPr>
          <p:cNvPr id="10" name="">
            <a:extLst xmlns:a="http://schemas.openxmlformats.org/drawingml/2006/main">
              <a:ext uri="{FF2B5EF4-FFF2-40B4-BE49-F238E27FC236}">
                <a16:creationId xmlns:a16="http://schemas.microsoft.com/office/drawing/2014/main" id="{4F8C8684-8BFD-4E24-AAE8-8FBBC130804C}"/>
              </a:ext>
            </a:extLst>
          </p:cNvPr>
          <p:cNvSpPr>
            <a:spLocks xmlns:a="http://schemas.openxmlformats.org/drawingml/2006/main" noGrp="1"/>
          </p:cNvSpPr>
          <p:nvPr/>
        </p:nvSpPr>
        <p:spPr>
          <a:xfrm xmlns:a="http://schemas.openxmlformats.org/drawingml/2006/main">
            <a:off x="752475" y="41719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03:00</a:t>
            </a:r>
          </a:p>
        </p:txBody>
      </p:sp>
      <p:sp>
        <p:nvSpPr>
          <p:cNvPr id="11" name="">
            <a:extLst xmlns:a="http://schemas.openxmlformats.org/drawingml/2006/main">
              <a:ext uri="{FF2B5EF4-FFF2-40B4-BE49-F238E27FC236}">
                <a16:creationId xmlns:a16="http://schemas.microsoft.com/office/drawing/2014/main" id="{647C29E1-7FAF-4757-BF53-9082AE30D9FC}"/>
              </a:ext>
            </a:extLst>
          </p:cNvPr>
          <p:cNvSpPr>
            <a:spLocks xmlns:a="http://schemas.openxmlformats.org/drawingml/2006/main" noGrp="1"/>
          </p:cNvSpPr>
          <p:nvPr/>
        </p:nvSpPr>
        <p:spPr>
          <a:xfrm xmlns:a="http://schemas.openxmlformats.org/drawingml/2006/main">
            <a:off x="2781300" y="41529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Reassess, resolve and inspect history</a:t>
            </a:r>
          </a:p>
        </p:txBody>
      </p:sp>
      <p:sp>
        <p:nvSpPr>
          <p:cNvPr id="12" name="">
            <a:extLst xmlns:a="http://schemas.openxmlformats.org/drawingml/2006/main">
              <a:ext uri="{FF2B5EF4-FFF2-40B4-BE49-F238E27FC236}">
                <a16:creationId xmlns:a16="http://schemas.microsoft.com/office/drawing/2014/main" id="{8EA324AC-AFE8-48B7-8558-3F09616862F3}"/>
              </a:ext>
            </a:extLst>
          </p:cNvPr>
          <p:cNvSpPr>
            <a:spLocks xmlns:a="http://schemas.openxmlformats.org/drawingml/2006/main" noGrp="1"/>
          </p:cNvSpPr>
          <p:nvPr/>
        </p:nvSpPr>
        <p:spPr>
          <a:xfrm xmlns:a="http://schemas.openxmlformats.org/drawingml/2006/main">
            <a:off x="752475" y="48958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04:00</a:t>
            </a:r>
          </a:p>
        </p:txBody>
      </p:sp>
      <p:sp>
        <p:nvSpPr>
          <p:cNvPr id="13" name="">
            <a:extLst xmlns:a="http://schemas.openxmlformats.org/drawingml/2006/main">
              <a:ext uri="{FF2B5EF4-FFF2-40B4-BE49-F238E27FC236}">
                <a16:creationId xmlns:a16="http://schemas.microsoft.com/office/drawing/2014/main" id="{540A3809-7B1B-433C-8311-FD67021648B7}"/>
              </a:ext>
            </a:extLst>
          </p:cNvPr>
          <p:cNvSpPr>
            <a:spLocks xmlns:a="http://schemas.openxmlformats.org/drawingml/2006/main" noGrp="1"/>
          </p:cNvSpPr>
          <p:nvPr/>
        </p:nvSpPr>
        <p:spPr>
          <a:xfrm xmlns:a="http://schemas.openxmlformats.org/drawingml/2006/main">
            <a:off x="2781300" y="48768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Architecture, tests and review limits</a:t>
            </a:r>
          </a:p>
        </p:txBody>
      </p:sp>
    </p:spTree>
    <p:extLst>
      <p:ext uri="{BB962C8B-B14F-4D97-AF65-F5344CB8AC3E}">
        <p14:creationId xmlns:p14="http://schemas.microsoft.com/office/powerpoint/2010/main" val="164314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2026-10-20T00:12:13.9840000Z</dcterms:created>
  <dcterms:modified xsi:type="dcterms:W3CDTF">2026-10-20T00:12:13.9840000Z</dcterms:modified>
</coreProperties>
</file>